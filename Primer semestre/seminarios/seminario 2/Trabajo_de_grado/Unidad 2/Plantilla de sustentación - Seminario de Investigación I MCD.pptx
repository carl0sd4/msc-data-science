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60" r:id="rId5"/>
    <p:sldId id="261" r:id="rId6"/>
    <p:sldId id="263" r:id="rId7"/>
    <p:sldId id="264" r:id="rId8"/>
    <p:sldId id="262" r:id="rId9"/>
  </p:sldIdLst>
  <p:sldSz cx="29718000" cy="1486027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680" userDrawn="1">
          <p15:clr>
            <a:srgbClr val="A4A3A4"/>
          </p15:clr>
        </p15:guide>
        <p15:guide id="2" pos="93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79"/>
    <p:restoredTop sz="94674"/>
  </p:normalViewPr>
  <p:slideViewPr>
    <p:cSldViewPr snapToGrid="0" snapToObjects="1" showGuides="1">
      <p:cViewPr varScale="1">
        <p:scale>
          <a:sx n="30" d="100"/>
          <a:sy n="30" d="100"/>
        </p:scale>
        <p:origin x="774" y="90"/>
      </p:cViewPr>
      <p:guideLst>
        <p:guide orient="horz" pos="4680"/>
        <p:guide pos="93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F9829FD-DD90-4EE7-BCD7-4AF299D6F45A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0"/>
      <dgm:spPr/>
      <dgm:t>
        <a:bodyPr/>
        <a:p>
          <a:endParaRPr lang="zh-CN" altLang="en-US"/>
        </a:p>
      </dgm:t>
    </dgm:pt>
    <dgm:pt modelId="{FCC504F5-317D-4294-815B-28489BDC5845}">
      <dgm:prSet phldrT="[Texto]" phldr="1"/>
      <dgm:spPr/>
      <dgm:t>
        <a:bodyPr/>
        <a:p>
          <a:endParaRPr lang="zh-CN" altLang="en-US"/>
        </a:p>
      </dgm:t>
    </dgm:pt>
    <dgm:pt modelId="{8F05BE86-1921-41BD-B82E-72272E9475E9}" cxnId="{AA6EFCDB-DDF2-40C5-8061-71633FA3F737}" type="parTrans">
      <dgm:prSet/>
      <dgm:spPr/>
      <dgm:t>
        <a:bodyPr/>
        <a:p>
          <a:endParaRPr lang="zh-CN" altLang="en-US"/>
        </a:p>
      </dgm:t>
    </dgm:pt>
    <dgm:pt modelId="{67223200-D196-44B3-9DFD-D095DDBC10AB}" cxnId="{AA6EFCDB-DDF2-40C5-8061-71633FA3F737}" type="sibTrans">
      <dgm:prSet/>
      <dgm:spPr/>
      <dgm:t>
        <a:bodyPr/>
        <a:p>
          <a:endParaRPr lang="zh-CN" altLang="en-US"/>
        </a:p>
      </dgm:t>
    </dgm:pt>
    <dgm:pt modelId="{F3F66F6A-184E-4CBB-A544-AC2BF2A74FC0}">
      <dgm:prSet phldrT="[Texto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s-ES"/>
            <a:t>Klaassen et al. (1988)</a:t>
          </a:r>
          <a:r>
            <a:rPr lang="es-CO" altLang="en-US"/>
            <a:t>. Modelos de simulación y enfoques de planificación.</a:t>
          </a:r>
          <a:r>
            <a:rPr lang="en-US" altLang="es-ES"/>
            <a:t/>
          </a:r>
          <a:endParaRPr lang="en-US" altLang="es-ES"/>
        </a:p>
      </dgm:t>
    </dgm:pt>
    <dgm:pt modelId="{7A0C70B0-5DAE-45AB-9915-863AC3FA4D2D}" cxnId="{35D7C7B0-FDB4-47CC-A5A8-B84CEFEFBF18}" type="parTrans">
      <dgm:prSet/>
      <dgm:spPr/>
      <dgm:t>
        <a:bodyPr/>
        <a:p>
          <a:endParaRPr lang="zh-CN" altLang="en-US"/>
        </a:p>
      </dgm:t>
    </dgm:pt>
    <dgm:pt modelId="{47DD308A-8526-455B-A37F-FEE2CC1C75AF}" cxnId="{35D7C7B0-FDB4-47CC-A5A8-B84CEFEFBF18}" type="sibTrans">
      <dgm:prSet/>
      <dgm:spPr/>
      <dgm:t>
        <a:bodyPr/>
        <a:p>
          <a:endParaRPr lang="zh-CN" altLang="en-US"/>
        </a:p>
      </dgm:t>
    </dgm:pt>
    <dgm:pt modelId="{2D3FFC8D-B8F3-4557-B0B1-72C4F76954E1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s-ES"/>
            <a:t>Boyd y Savory (2001</a:t>
          </a:r>
          <a:r>
            <a:rPr lang="es-CO" altLang="en-US"/>
            <a:t>). G</a:t>
          </a:r>
          <a:r>
            <a:rPr lang="en-US" altLang="es-ES"/>
            <a:t>esti</a:t>
          </a:r>
          <a:r>
            <a:rPr lang="en-US" altLang="en-US"/>
            <a:t>ó</a:t>
          </a:r>
          <a:r>
            <a:rPr lang="en-US" altLang="es-ES"/>
            <a:t>n de recursos humanos en laboratorios mediante el uso de algoritmos gen</a:t>
          </a:r>
          <a:r>
            <a:rPr lang="en-US" altLang="en-US"/>
            <a:t>é</a:t>
          </a:r>
          <a:r>
            <a:rPr lang="en-US" altLang="es-ES"/>
            <a:t>ticos</a:t>
          </a:r>
          <a:r>
            <a:rPr lang="es-CO" altLang="en-US"/>
            <a:t>.</a:t>
          </a:r>
          <a:r>
            <a:rPr lang="es-CO" altLang="en-US"/>
            <a:t/>
          </a:r>
          <a:endParaRPr lang="es-CO" altLang="en-US"/>
        </a:p>
      </dgm:t>
    </dgm:pt>
    <dgm:pt modelId="{C97EF710-A4AA-4DFB-9495-A326C6F6B58A}" cxnId="{81BB5325-3637-4E7E-A9B8-C2941954DD6D}" type="parTrans">
      <dgm:prSet/>
      <dgm:spPr/>
    </dgm:pt>
    <dgm:pt modelId="{6C78356D-B597-4708-9DFC-79CB9F2B674F}" cxnId="{81BB5325-3637-4E7E-A9B8-C2941954DD6D}" type="sibTrans">
      <dgm:prSet/>
      <dgm:spPr/>
    </dgm:pt>
    <dgm:pt modelId="{780FAED3-C4BD-4FF1-8B67-8499CCFAE2ED}">
      <dgm:prSet phldrT="[Texto]" phldr="1"/>
      <dgm:spPr/>
      <dgm:t>
        <a:bodyPr/>
        <a:p>
          <a:endParaRPr lang="zh-CN" altLang="en-US"/>
        </a:p>
      </dgm:t>
    </dgm:pt>
    <dgm:pt modelId="{88C57C74-C9C4-46CF-A10B-13A1A1E7714C}" cxnId="{190014E9-0123-428E-A7DF-83CB1A3CED63}" type="parTrans">
      <dgm:prSet/>
      <dgm:spPr/>
      <dgm:t>
        <a:bodyPr/>
        <a:p>
          <a:endParaRPr lang="zh-CN" altLang="en-US"/>
        </a:p>
      </dgm:t>
    </dgm:pt>
    <dgm:pt modelId="{34435F2A-D730-405E-99D5-BBC9FB7499FA}" cxnId="{190014E9-0123-428E-A7DF-83CB1A3CED63}" type="sibTrans">
      <dgm:prSet/>
      <dgm:spPr/>
      <dgm:t>
        <a:bodyPr/>
        <a:p>
          <a:endParaRPr lang="zh-CN" altLang="en-US"/>
        </a:p>
      </dgm:t>
    </dgm:pt>
    <dgm:pt modelId="{3E6D5D4F-935E-467F-A6CA-DFB49E904BF2}">
      <dgm:prSet phldrT="[Texto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s-ES"/>
            <a:t>Sch</a:t>
          </a:r>
          <a:r>
            <a:rPr lang="en-US" altLang="en-US"/>
            <a:t>ä</a:t>
          </a:r>
          <a:r>
            <a:rPr lang="en-US" altLang="es-ES"/>
            <a:t>fer (2004)</a:t>
          </a:r>
          <a:r>
            <a:rPr lang="es-CO" altLang="en-US"/>
            <a:t>. Estructuración de flujos de trabajo. </a:t>
          </a:r>
          <a:r>
            <a:rPr lang="en-US" altLang="es-ES"/>
            <a:t/>
          </a:r>
          <a:endParaRPr lang="en-US" altLang="es-ES"/>
        </a:p>
      </dgm:t>
    </dgm:pt>
    <dgm:pt modelId="{DFE6860A-9AF6-4E3A-8810-968954321458}" cxnId="{4E425D92-F45A-497E-AD9B-58135E0C9B63}" type="parTrans">
      <dgm:prSet/>
      <dgm:spPr/>
      <dgm:t>
        <a:bodyPr/>
        <a:p>
          <a:endParaRPr lang="zh-CN" altLang="en-US"/>
        </a:p>
      </dgm:t>
    </dgm:pt>
    <dgm:pt modelId="{F6E211F9-5728-4C1B-B4EC-036ED0730A63}" cxnId="{4E425D92-F45A-497E-AD9B-58135E0C9B63}" type="sibTrans">
      <dgm:prSet/>
      <dgm:spPr/>
      <dgm:t>
        <a:bodyPr/>
        <a:p>
          <a:endParaRPr lang="zh-CN" altLang="en-US"/>
        </a:p>
      </dgm:t>
    </dgm:pt>
    <dgm:pt modelId="{B5541559-7C06-4837-A997-65B9176F91D3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s-ES"/>
            <a:t>Maslaton (2012)</a:t>
          </a:r>
          <a:r>
            <a:rPr lang="es-CO" altLang="en-US"/>
            <a:t>. Optimización operativa.</a:t>
          </a:r>
          <a:endParaRPr lang="es-CO" altLang="en-US"/>
        </a:p>
      </dgm:t>
    </dgm:pt>
    <dgm:pt modelId="{FB9A4D1C-50F8-490B-AF01-FC1C8D98B67C}" cxnId="{6168B504-5F5D-4A31-A35B-5D08273CEA04}" type="parTrans">
      <dgm:prSet/>
      <dgm:spPr/>
    </dgm:pt>
    <dgm:pt modelId="{45BD25AF-EC80-45FA-BBCC-FA09A9F1FA00}" cxnId="{6168B504-5F5D-4A31-A35B-5D08273CEA04}" type="sibTrans">
      <dgm:prSet/>
      <dgm:spPr/>
    </dgm:pt>
    <dgm:pt modelId="{1D70B282-9875-47E1-864B-0DB9F83A3309}">
      <dgm:prSet phldrT="[Texto]" phldr="1"/>
      <dgm:spPr/>
      <dgm:t>
        <a:bodyPr/>
        <a:p>
          <a:endParaRPr lang="zh-CN" altLang="en-US"/>
        </a:p>
      </dgm:t>
    </dgm:pt>
    <dgm:pt modelId="{4682E278-8387-4875-A48B-989607C0A09E}" cxnId="{555992AA-6D38-4C92-AC9E-D11BD6D6D302}" type="parTrans">
      <dgm:prSet/>
      <dgm:spPr/>
      <dgm:t>
        <a:bodyPr/>
        <a:p>
          <a:endParaRPr lang="zh-CN" altLang="en-US"/>
        </a:p>
      </dgm:t>
    </dgm:pt>
    <dgm:pt modelId="{DF77052B-043C-4E4A-8039-9D1D7DFB40F4}" cxnId="{555992AA-6D38-4C92-AC9E-D11BD6D6D302}" type="sibTrans">
      <dgm:prSet/>
      <dgm:spPr/>
      <dgm:t>
        <a:bodyPr/>
        <a:p>
          <a:endParaRPr lang="zh-CN" altLang="en-US"/>
        </a:p>
      </dgm:t>
    </dgm:pt>
    <dgm:pt modelId="{30BE85C4-8BB0-4C0C-B58F-618B83FFA907}">
      <dgm:prSet phldrT="[Texto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s-ES"/>
            <a:t>Dudnikov et al. (2012)</a:t>
          </a:r>
          <a:r>
            <a:rPr lang="es-CO" altLang="en-US"/>
            <a:t>. Adaptabilidad dinámica.</a:t>
          </a:r>
          <a:r>
            <a:rPr lang="en-US" altLang="es-ES"/>
            <a:t/>
          </a:r>
          <a:endParaRPr lang="en-US" altLang="es-ES"/>
        </a:p>
      </dgm:t>
    </dgm:pt>
    <dgm:pt modelId="{99A19955-80B2-46DE-B74C-C0C8C4D708F2}" cxnId="{A17006C9-6FDB-48BE-9976-B276D266ACCF}" type="parTrans">
      <dgm:prSet/>
      <dgm:spPr/>
      <dgm:t>
        <a:bodyPr/>
        <a:p>
          <a:endParaRPr lang="zh-CN" altLang="en-US"/>
        </a:p>
      </dgm:t>
    </dgm:pt>
    <dgm:pt modelId="{CB48F5C6-507D-451D-9B2B-7C607BFEAF95}" cxnId="{A17006C9-6FDB-48BE-9976-B276D266ACCF}" type="sibTrans">
      <dgm:prSet/>
      <dgm:spPr/>
      <dgm:t>
        <a:bodyPr/>
        <a:p>
          <a:endParaRPr lang="zh-CN" altLang="en-US"/>
        </a:p>
      </dgm:t>
    </dgm:pt>
    <dgm:pt modelId="{A8B75AF9-81AD-4292-B88C-8FADA25A3580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s-ES"/>
            <a:t> Stephen (2024)</a:t>
          </a:r>
          <a:r>
            <a:rPr lang="es-CO" altLang="en-US"/>
            <a:t>. Transición a la Analítica Predictiva.</a:t>
          </a:r>
          <a:r>
            <a:rPr lang="es-CO" altLang="en-US"/>
            <a:t/>
          </a:r>
          <a:endParaRPr lang="es-CO" altLang="en-US"/>
        </a:p>
      </dgm:t>
    </dgm:pt>
    <dgm:pt modelId="{78D8E2AB-B3D4-4F6F-A06B-3E99A3F74D19}" cxnId="{428F486D-1AE9-4ED0-81A8-4B8A2C9F202E}" type="parTrans">
      <dgm:prSet/>
      <dgm:spPr/>
    </dgm:pt>
    <dgm:pt modelId="{849D74D0-52B6-4C9F-BC59-2C51C09B8731}" cxnId="{428F486D-1AE9-4ED0-81A8-4B8A2C9F202E}" type="sibTrans">
      <dgm:prSet/>
      <dgm:spPr/>
    </dgm:pt>
    <dgm:pt modelId="{7BB0B505-7D43-42E4-8FC0-6C91316CBFEB}" type="pres">
      <dgm:prSet presAssocID="{DF9829FD-DD90-4EE7-BCD7-4AF299D6F45A}" presName="linearFlow" presStyleCnt="0">
        <dgm:presLayoutVars>
          <dgm:dir/>
          <dgm:animLvl val="lvl"/>
          <dgm:resizeHandles val="exact"/>
        </dgm:presLayoutVars>
      </dgm:prSet>
      <dgm:spPr/>
    </dgm:pt>
    <dgm:pt modelId="{97F2BEE4-0E0F-4FCA-A4B0-E20AD8C04C13}" type="pres">
      <dgm:prSet presAssocID="{FCC504F5-317D-4294-815B-28489BDC5845}" presName="composite" presStyleCnt="0"/>
      <dgm:spPr/>
    </dgm:pt>
    <dgm:pt modelId="{A16E3110-57E1-4619-A55C-DCD0DD5CE084}" type="pres">
      <dgm:prSet presAssocID="{FCC504F5-317D-4294-815B-28489BDC5845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544D3F38-216B-445A-B1B9-8008AEDB7A9D}" type="pres">
      <dgm:prSet presAssocID="{FCC504F5-317D-4294-815B-28489BDC5845}" presName="descendantText" presStyleLbl="alignAcc1" presStyleIdx="0" presStyleCnt="3">
        <dgm:presLayoutVars>
          <dgm:bulletEnabled val="1"/>
        </dgm:presLayoutVars>
      </dgm:prSet>
      <dgm:spPr/>
    </dgm:pt>
    <dgm:pt modelId="{D3A691E5-F443-4F8D-81BB-9D15C0875E8C}" type="pres">
      <dgm:prSet presAssocID="{67223200-D196-44B3-9DFD-D095DDBC10AB}" presName="sp" presStyleCnt="0"/>
      <dgm:spPr/>
    </dgm:pt>
    <dgm:pt modelId="{D4BECBBB-7CE2-4791-839D-9FE6F36B775D}" type="pres">
      <dgm:prSet presAssocID="{780FAED3-C4BD-4FF1-8B67-8499CCFAE2ED}" presName="composite" presStyleCnt="0"/>
      <dgm:spPr/>
    </dgm:pt>
    <dgm:pt modelId="{722E1094-83C7-45E2-B20F-DB9D09AD94F0}" type="pres">
      <dgm:prSet presAssocID="{780FAED3-C4BD-4FF1-8B67-8499CCFAE2ED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AC67BBE6-9B82-4D3D-BF22-48713AF46E9C}" type="pres">
      <dgm:prSet presAssocID="{780FAED3-C4BD-4FF1-8B67-8499CCFAE2ED}" presName="descendantText" presStyleLbl="alignAcc1" presStyleIdx="1" presStyleCnt="3">
        <dgm:presLayoutVars>
          <dgm:bulletEnabled val="1"/>
        </dgm:presLayoutVars>
      </dgm:prSet>
      <dgm:spPr/>
    </dgm:pt>
    <dgm:pt modelId="{5C381A65-34D3-41B1-9499-0884AAA35FC6}" type="pres">
      <dgm:prSet presAssocID="{34435F2A-D730-405E-99D5-BBC9FB7499FA}" presName="sp" presStyleCnt="0"/>
      <dgm:spPr/>
    </dgm:pt>
    <dgm:pt modelId="{C1BF0EA4-CB4D-4391-82EF-EC1874A282F9}" type="pres">
      <dgm:prSet presAssocID="{1D70B282-9875-47E1-864B-0DB9F83A3309}" presName="composite" presStyleCnt="0"/>
      <dgm:spPr/>
    </dgm:pt>
    <dgm:pt modelId="{95C8A2DE-C1F8-4D5A-A3A4-1DC2FA1C0073}" type="pres">
      <dgm:prSet presAssocID="{1D70B282-9875-47E1-864B-0DB9F83A3309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BE17FEF5-EEE1-41BB-96FD-8FBB3FCF3860}" type="pres">
      <dgm:prSet presAssocID="{1D70B282-9875-47E1-864B-0DB9F83A3309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AA6EFCDB-DDF2-40C5-8061-71633FA3F737}" srcId="{DF9829FD-DD90-4EE7-BCD7-4AF299D6F45A}" destId="{FCC504F5-317D-4294-815B-28489BDC5845}" srcOrd="0" destOrd="0" parTransId="{8F05BE86-1921-41BD-B82E-72272E9475E9}" sibTransId="{67223200-D196-44B3-9DFD-D095DDBC10AB}"/>
    <dgm:cxn modelId="{35D7C7B0-FDB4-47CC-A5A8-B84CEFEFBF18}" srcId="{FCC504F5-317D-4294-815B-28489BDC5845}" destId="{F3F66F6A-184E-4CBB-A544-AC2BF2A74FC0}" srcOrd="0" destOrd="0" parTransId="{7A0C70B0-5DAE-45AB-9915-863AC3FA4D2D}" sibTransId="{47DD308A-8526-455B-A37F-FEE2CC1C75AF}"/>
    <dgm:cxn modelId="{81BB5325-3637-4E7E-A9B8-C2941954DD6D}" srcId="{FCC504F5-317D-4294-815B-28489BDC5845}" destId="{2D3FFC8D-B8F3-4557-B0B1-72C4F76954E1}" srcOrd="1" destOrd="0" parTransId="{C97EF710-A4AA-4DFB-9495-A326C6F6B58A}" sibTransId="{6C78356D-B597-4708-9DFC-79CB9F2B674F}"/>
    <dgm:cxn modelId="{190014E9-0123-428E-A7DF-83CB1A3CED63}" srcId="{DF9829FD-DD90-4EE7-BCD7-4AF299D6F45A}" destId="{780FAED3-C4BD-4FF1-8B67-8499CCFAE2ED}" srcOrd="1" destOrd="0" parTransId="{88C57C74-C9C4-46CF-A10B-13A1A1E7714C}" sibTransId="{34435F2A-D730-405E-99D5-BBC9FB7499FA}"/>
    <dgm:cxn modelId="{4E425D92-F45A-497E-AD9B-58135E0C9B63}" srcId="{780FAED3-C4BD-4FF1-8B67-8499CCFAE2ED}" destId="{3E6D5D4F-935E-467F-A6CA-DFB49E904BF2}" srcOrd="0" destOrd="1" parTransId="{DFE6860A-9AF6-4E3A-8810-968954321458}" sibTransId="{F6E211F9-5728-4C1B-B4EC-036ED0730A63}"/>
    <dgm:cxn modelId="{6168B504-5F5D-4A31-A35B-5D08273CEA04}" srcId="{780FAED3-C4BD-4FF1-8B67-8499CCFAE2ED}" destId="{B5541559-7C06-4837-A997-65B9176F91D3}" srcOrd="1" destOrd="1" parTransId="{FB9A4D1C-50F8-490B-AF01-FC1C8D98B67C}" sibTransId="{45BD25AF-EC80-45FA-BBCC-FA09A9F1FA00}"/>
    <dgm:cxn modelId="{555992AA-6D38-4C92-AC9E-D11BD6D6D302}" srcId="{DF9829FD-DD90-4EE7-BCD7-4AF299D6F45A}" destId="{1D70B282-9875-47E1-864B-0DB9F83A3309}" srcOrd="2" destOrd="0" parTransId="{4682E278-8387-4875-A48B-989607C0A09E}" sibTransId="{DF77052B-043C-4E4A-8039-9D1D7DFB40F4}"/>
    <dgm:cxn modelId="{A17006C9-6FDB-48BE-9976-B276D266ACCF}" srcId="{1D70B282-9875-47E1-864B-0DB9F83A3309}" destId="{30BE85C4-8BB0-4C0C-B58F-618B83FFA907}" srcOrd="0" destOrd="2" parTransId="{99A19955-80B2-46DE-B74C-C0C8C4D708F2}" sibTransId="{CB48F5C6-507D-451D-9B2B-7C607BFEAF95}"/>
    <dgm:cxn modelId="{428F486D-1AE9-4ED0-81A8-4B8A2C9F202E}" srcId="{1D70B282-9875-47E1-864B-0DB9F83A3309}" destId="{A8B75AF9-81AD-4292-B88C-8FADA25A3580}" srcOrd="1" destOrd="2" parTransId="{78D8E2AB-B3D4-4F6F-A06B-3E99A3F74D19}" sibTransId="{849D74D0-52B6-4C9F-BC59-2C51C09B8731}"/>
    <dgm:cxn modelId="{4BA478D7-856A-4A12-8403-571A1C55FFA3}" type="presOf" srcId="{DF9829FD-DD90-4EE7-BCD7-4AF299D6F45A}" destId="{7BB0B505-7D43-42E4-8FC0-6C91316CBFEB}" srcOrd="0" destOrd="0" presId="urn:microsoft.com/office/officeart/2005/8/layout/chevron2"/>
    <dgm:cxn modelId="{11091A91-B866-4B8B-91FD-9810D550D638}" type="presParOf" srcId="{7BB0B505-7D43-42E4-8FC0-6C91316CBFEB}" destId="{97F2BEE4-0E0F-4FCA-A4B0-E20AD8C04C13}" srcOrd="0" destOrd="0" presId="urn:microsoft.com/office/officeart/2005/8/layout/chevron2"/>
    <dgm:cxn modelId="{EB8BBC44-FDB1-4A12-BFE6-891B5A851D4B}" type="presParOf" srcId="{97F2BEE4-0E0F-4FCA-A4B0-E20AD8C04C13}" destId="{A16E3110-57E1-4619-A55C-DCD0DD5CE084}" srcOrd="0" destOrd="0" presId="urn:microsoft.com/office/officeart/2005/8/layout/chevron2"/>
    <dgm:cxn modelId="{D469EB53-919E-41AC-A492-8A540A863AD0}" type="presOf" srcId="{FCC504F5-317D-4294-815B-28489BDC5845}" destId="{A16E3110-57E1-4619-A55C-DCD0DD5CE084}" srcOrd="0" destOrd="0" presId="urn:microsoft.com/office/officeart/2005/8/layout/chevron2"/>
    <dgm:cxn modelId="{1D43F6AF-103E-4B6A-8404-7A258867F60C}" type="presParOf" srcId="{97F2BEE4-0E0F-4FCA-A4B0-E20AD8C04C13}" destId="{544D3F38-216B-445A-B1B9-8008AEDB7A9D}" srcOrd="1" destOrd="0" presId="urn:microsoft.com/office/officeart/2005/8/layout/chevron2"/>
    <dgm:cxn modelId="{AAB989CF-C846-4B83-AA7E-F6B304E3FBE4}" type="presOf" srcId="{F3F66F6A-184E-4CBB-A544-AC2BF2A74FC0}" destId="{544D3F38-216B-445A-B1B9-8008AEDB7A9D}" srcOrd="0" destOrd="0" presId="urn:microsoft.com/office/officeart/2005/8/layout/chevron2"/>
    <dgm:cxn modelId="{16646F19-7B3B-4B2E-ADF7-614B7C4E38C8}" type="presOf" srcId="{2D3FFC8D-B8F3-4557-B0B1-72C4F76954E1}" destId="{544D3F38-216B-445A-B1B9-8008AEDB7A9D}" srcOrd="0" destOrd="1" presId="urn:microsoft.com/office/officeart/2005/8/layout/chevron2"/>
    <dgm:cxn modelId="{CAC99352-5E70-466D-8278-7C7B14C0BF6E}" type="presParOf" srcId="{7BB0B505-7D43-42E4-8FC0-6C91316CBFEB}" destId="{D3A691E5-F443-4F8D-81BB-9D15C0875E8C}" srcOrd="1" destOrd="0" presId="urn:microsoft.com/office/officeart/2005/8/layout/chevron2"/>
    <dgm:cxn modelId="{F7D13CE4-6687-45FF-9B57-A36CB9367CC3}" type="presOf" srcId="{67223200-D196-44B3-9DFD-D095DDBC10AB}" destId="{D3A691E5-F443-4F8D-81BB-9D15C0875E8C}" srcOrd="0" destOrd="0" presId="urn:microsoft.com/office/officeart/2005/8/layout/chevron2"/>
    <dgm:cxn modelId="{2072FE89-5EF9-4D7B-A036-8BAD6BC7B0A7}" type="presParOf" srcId="{7BB0B505-7D43-42E4-8FC0-6C91316CBFEB}" destId="{D4BECBBB-7CE2-4791-839D-9FE6F36B775D}" srcOrd="2" destOrd="0" presId="urn:microsoft.com/office/officeart/2005/8/layout/chevron2"/>
    <dgm:cxn modelId="{F9791A06-660E-47ED-B5F8-76C8F918F1E5}" type="presParOf" srcId="{D4BECBBB-7CE2-4791-839D-9FE6F36B775D}" destId="{722E1094-83C7-45E2-B20F-DB9D09AD94F0}" srcOrd="0" destOrd="2" presId="urn:microsoft.com/office/officeart/2005/8/layout/chevron2"/>
    <dgm:cxn modelId="{1F51AA5A-FBC8-4626-9F9A-CEE71611E45A}" type="presOf" srcId="{780FAED3-C4BD-4FF1-8B67-8499CCFAE2ED}" destId="{722E1094-83C7-45E2-B20F-DB9D09AD94F0}" srcOrd="0" destOrd="0" presId="urn:microsoft.com/office/officeart/2005/8/layout/chevron2"/>
    <dgm:cxn modelId="{77EB7C6B-07D6-47E0-A24C-12CC129B5767}" type="presParOf" srcId="{D4BECBBB-7CE2-4791-839D-9FE6F36B775D}" destId="{AC67BBE6-9B82-4D3D-BF22-48713AF46E9C}" srcOrd="1" destOrd="2" presId="urn:microsoft.com/office/officeart/2005/8/layout/chevron2"/>
    <dgm:cxn modelId="{389FDB17-D9AB-4EFC-A3D9-5D48B17F665F}" type="presOf" srcId="{3E6D5D4F-935E-467F-A6CA-DFB49E904BF2}" destId="{AC67BBE6-9B82-4D3D-BF22-48713AF46E9C}" srcOrd="0" destOrd="0" presId="urn:microsoft.com/office/officeart/2005/8/layout/chevron2"/>
    <dgm:cxn modelId="{BAA5490B-3E65-4D46-B322-0F198DCCAECB}" type="presOf" srcId="{B5541559-7C06-4837-A997-65B9176F91D3}" destId="{AC67BBE6-9B82-4D3D-BF22-48713AF46E9C}" srcOrd="0" destOrd="1" presId="urn:microsoft.com/office/officeart/2005/8/layout/chevron2"/>
    <dgm:cxn modelId="{C7DF183F-027C-43F2-A1FD-E3EA952AA8A6}" type="presParOf" srcId="{7BB0B505-7D43-42E4-8FC0-6C91316CBFEB}" destId="{5C381A65-34D3-41B1-9499-0884AAA35FC6}" srcOrd="3" destOrd="0" presId="urn:microsoft.com/office/officeart/2005/8/layout/chevron2"/>
    <dgm:cxn modelId="{B7CB312D-E5F6-4116-9490-034352C42737}" type="presOf" srcId="{34435F2A-D730-405E-99D5-BBC9FB7499FA}" destId="{5C381A65-34D3-41B1-9499-0884AAA35FC6}" srcOrd="0" destOrd="0" presId="urn:microsoft.com/office/officeart/2005/8/layout/chevron2"/>
    <dgm:cxn modelId="{C047A374-E085-47E9-9466-387AADCD2D8C}" type="presParOf" srcId="{7BB0B505-7D43-42E4-8FC0-6C91316CBFEB}" destId="{C1BF0EA4-CB4D-4391-82EF-EC1874A282F9}" srcOrd="4" destOrd="0" presId="urn:microsoft.com/office/officeart/2005/8/layout/chevron2"/>
    <dgm:cxn modelId="{174870E3-EF0A-4424-ADBE-89FFC86EECA2}" type="presParOf" srcId="{C1BF0EA4-CB4D-4391-82EF-EC1874A282F9}" destId="{95C8A2DE-C1F8-4D5A-A3A4-1DC2FA1C0073}" srcOrd="0" destOrd="4" presId="urn:microsoft.com/office/officeart/2005/8/layout/chevron2"/>
    <dgm:cxn modelId="{7AD66E06-33A0-432E-BE26-44AF1E6D26CC}" type="presOf" srcId="{1D70B282-9875-47E1-864B-0DB9F83A3309}" destId="{95C8A2DE-C1F8-4D5A-A3A4-1DC2FA1C0073}" srcOrd="0" destOrd="0" presId="urn:microsoft.com/office/officeart/2005/8/layout/chevron2"/>
    <dgm:cxn modelId="{5C7C9156-3852-49AE-A2A7-6EA6BBC08E48}" type="presParOf" srcId="{C1BF0EA4-CB4D-4391-82EF-EC1874A282F9}" destId="{BE17FEF5-EEE1-41BB-96FD-8FBB3FCF3860}" srcOrd="1" destOrd="4" presId="urn:microsoft.com/office/officeart/2005/8/layout/chevron2"/>
    <dgm:cxn modelId="{EB24F0A7-2120-440F-8071-DD5C1750BB90}" type="presOf" srcId="{30BE85C4-8BB0-4C0C-B58F-618B83FFA907}" destId="{BE17FEF5-EEE1-41BB-96FD-8FBB3FCF3860}" srcOrd="0" destOrd="0" presId="urn:microsoft.com/office/officeart/2005/8/layout/chevron2"/>
    <dgm:cxn modelId="{F385C7AD-34AD-4747-94E6-00174462EBBC}" type="presOf" srcId="{A8B75AF9-81AD-4292-B88C-8FADA25A3580}" destId="{BE17FEF5-EEE1-41BB-96FD-8FBB3FCF3860}" srcOrd="0" destOrd="1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FEEA130-F976-40F3-8956-68B0506C9797}" type="doc">
      <dgm:prSet loTypeId="cycle" loCatId="cycle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s-CO"/>
        </a:p>
      </dgm:t>
    </dgm:pt>
    <dgm:pt modelId="{00583E82-BB63-4473-8A27-5C1889436527}">
      <dgm:prSet phldrT="[Texto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s-CO" altLang="es-MX" dirty="0"/>
            <a:t>Machine Learning</a:t>
          </a:r>
          <a:r>
            <a:rPr lang="es-CO" altLang="es-MX" dirty="0"/>
            <a:t/>
          </a:r>
          <a:endParaRPr lang="es-CO" altLang="es-MX" dirty="0"/>
        </a:p>
      </dgm:t>
    </dgm:pt>
    <dgm:pt modelId="{55FFA5DB-F50D-4ABE-8C73-1BD1142AF69C}" cxnId="{88C9A618-7C36-4C5D-A762-A375075CBFE1}" type="parTrans">
      <dgm:prSet/>
      <dgm:spPr/>
      <dgm:t>
        <a:bodyPr/>
        <a:lstStyle/>
        <a:p>
          <a:endParaRPr lang="es-CO"/>
        </a:p>
      </dgm:t>
    </dgm:pt>
    <dgm:pt modelId="{99F3C9FE-1161-4C25-8724-654A72A2AB63}" cxnId="{88C9A618-7C36-4C5D-A762-A375075CBFE1}" type="sibTrans">
      <dgm:prSet/>
      <dgm:spPr/>
      <dgm:t>
        <a:bodyPr/>
        <a:lstStyle/>
        <a:p>
          <a:endParaRPr lang="es-CO"/>
        </a:p>
      </dgm:t>
    </dgm:pt>
    <dgm:pt modelId="{D1F5045D-84FE-440D-B7F7-58BCB4697FC4}">
      <dgm:prSet phldrT="[Texto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s-CO"/>
            <a:t>Modelos predictivos</a:t>
          </a:r>
          <a:endParaRPr lang="es-CO"/>
        </a:p>
      </dgm:t>
    </dgm:pt>
    <dgm:pt modelId="{D70997F1-0808-4761-97B7-24CC4858A0F1}" cxnId="{6F8147C9-2C02-47AF-9BBE-3F723338C079}" type="parTrans">
      <dgm:prSet/>
      <dgm:spPr/>
      <dgm:t>
        <a:bodyPr/>
        <a:lstStyle/>
        <a:p>
          <a:endParaRPr lang="es-CO"/>
        </a:p>
      </dgm:t>
    </dgm:pt>
    <dgm:pt modelId="{CE563976-BCF2-4CCB-9A5D-61C2880533B2}" cxnId="{6F8147C9-2C02-47AF-9BBE-3F723338C079}" type="sibTrans">
      <dgm:prSet/>
      <dgm:spPr/>
      <dgm:t>
        <a:bodyPr/>
        <a:lstStyle/>
        <a:p>
          <a:endParaRPr lang="es-CO"/>
        </a:p>
      </dgm:t>
    </dgm:pt>
    <dgm:pt modelId="{CDC7C49A-0F1C-4263-BB2A-A423B945B6C2}">
      <dgm:prSet phldrT="[Texto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s-CO" altLang="es-MX" dirty="0"/>
            <a:t>Datos Sintéticos</a:t>
          </a:r>
          <a:endParaRPr lang="es-CO" altLang="es-MX" dirty="0"/>
        </a:p>
      </dgm:t>
    </dgm:pt>
    <dgm:pt modelId="{F7C91957-1EAD-410D-94F8-C57BA7CAD516}" cxnId="{55062BED-A96E-45A2-A098-E2A406FF30BE}" type="parTrans">
      <dgm:prSet/>
      <dgm:spPr/>
      <dgm:t>
        <a:bodyPr/>
        <a:lstStyle/>
        <a:p>
          <a:endParaRPr lang="es-CO"/>
        </a:p>
      </dgm:t>
    </dgm:pt>
    <dgm:pt modelId="{56E9AA66-988F-46A0-B1CC-D195C90CAFCF}" cxnId="{55062BED-A96E-45A2-A098-E2A406FF30BE}" type="sibTrans">
      <dgm:prSet/>
      <dgm:spPr/>
      <dgm:t>
        <a:bodyPr/>
        <a:lstStyle/>
        <a:p>
          <a:endParaRPr lang="es-CO"/>
        </a:p>
      </dgm:t>
    </dgm:pt>
    <dgm:pt modelId="{C60A7230-ACED-4972-AFEE-8976E5182CC0}">
      <dgm:prSet phldrT="[Texto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s-CO"/>
            <a:t>Simulación de escenarios.</a:t>
          </a:r>
          <a:r>
            <a:rPr lang="es-CO"/>
            <a:t/>
          </a:r>
          <a:endParaRPr lang="es-CO"/>
        </a:p>
      </dgm:t>
    </dgm:pt>
    <dgm:pt modelId="{60C330C9-23D5-423B-B375-4AD06BA28978}" cxnId="{F61954CE-0A3A-41E3-A6A9-7EF2E9705D9A}" type="parTrans">
      <dgm:prSet/>
      <dgm:spPr/>
      <dgm:t>
        <a:bodyPr/>
        <a:lstStyle/>
        <a:p>
          <a:endParaRPr lang="es-CO"/>
        </a:p>
      </dgm:t>
    </dgm:pt>
    <dgm:pt modelId="{597E6762-31E3-467D-B53A-6EA337935C22}" cxnId="{F61954CE-0A3A-41E3-A6A9-7EF2E9705D9A}" type="sibTrans">
      <dgm:prSet/>
      <dgm:spPr/>
      <dgm:t>
        <a:bodyPr/>
        <a:lstStyle/>
        <a:p>
          <a:endParaRPr lang="es-CO"/>
        </a:p>
      </dgm:t>
    </dgm:pt>
    <dgm:pt modelId="{373CEAE1-C7BC-4D1F-B646-BB1E94DB9A9F}">
      <dgm:prSet phldrT="[Texto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s-CO" dirty="0"/>
            <a:t>Analítica aplicada al sector farmacéutico</a:t>
          </a:r>
          <a:endParaRPr lang="es-CO" dirty="0"/>
        </a:p>
      </dgm:t>
    </dgm:pt>
    <dgm:pt modelId="{234A3EE2-FAD6-4331-88CE-F77CFB3EA0B3}" cxnId="{D6BBBA0A-154C-485C-8701-ACA95FB00C3B}" type="parTrans">
      <dgm:prSet/>
      <dgm:spPr/>
      <dgm:t>
        <a:bodyPr/>
        <a:lstStyle/>
        <a:p>
          <a:endParaRPr lang="es-CO"/>
        </a:p>
      </dgm:t>
    </dgm:pt>
    <dgm:pt modelId="{49D51471-3DD9-45A1-8819-AFC2B41B6C74}" cxnId="{D6BBBA0A-154C-485C-8701-ACA95FB00C3B}" type="sibTrans">
      <dgm:prSet/>
      <dgm:spPr/>
      <dgm:t>
        <a:bodyPr/>
        <a:lstStyle/>
        <a:p>
          <a:endParaRPr lang="es-CO"/>
        </a:p>
      </dgm:t>
    </dgm:pt>
    <dgm:pt modelId="{F785AC77-6F35-4BFF-B24A-29D464F7FCA6}">
      <dgm:prSet phldrT="[Texto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s-CO"/>
            <a:t>Integración de técnicas analíticas</a:t>
          </a:r>
          <a:endParaRPr lang="es-CO"/>
        </a:p>
      </dgm:t>
    </dgm:pt>
    <dgm:pt modelId="{6D42EDD2-612A-43C5-B4B4-50CA64614526}" cxnId="{2D4D1B12-53FF-4F83-B205-7204F36E7149}" type="parTrans">
      <dgm:prSet/>
      <dgm:spPr/>
      <dgm:t>
        <a:bodyPr/>
        <a:lstStyle/>
        <a:p>
          <a:endParaRPr lang="es-CO"/>
        </a:p>
      </dgm:t>
    </dgm:pt>
    <dgm:pt modelId="{7F044C6D-F632-4A01-BAD4-BE86CA6B4DC7}" cxnId="{2D4D1B12-53FF-4F83-B205-7204F36E7149}" type="sibTrans">
      <dgm:prSet/>
      <dgm:spPr/>
      <dgm:t>
        <a:bodyPr/>
        <a:lstStyle/>
        <a:p>
          <a:endParaRPr lang="es-CO"/>
        </a:p>
      </dgm:t>
    </dgm:pt>
    <dgm:pt modelId="{C7CFF574-8CC4-49E0-824F-E0C8486AD43B}">
      <dgm:prSet phldrT="[Texto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s-CO" altLang="es-MX" dirty="0"/>
            <a:t>Gestión y optimización por procesos</a:t>
          </a:r>
          <a:endParaRPr lang="es-CO" altLang="es-MX" dirty="0"/>
        </a:p>
      </dgm:t>
    </dgm:pt>
    <dgm:pt modelId="{F6223332-CCE6-4970-B35F-AD9EC18B4E80}" cxnId="{DE9099FA-B464-4E9C-B4B1-01D3754A8439}" type="parTrans">
      <dgm:prSet/>
      <dgm:spPr/>
      <dgm:t>
        <a:bodyPr/>
        <a:lstStyle/>
        <a:p>
          <a:endParaRPr lang="es-CO"/>
        </a:p>
      </dgm:t>
    </dgm:pt>
    <dgm:pt modelId="{3523BDEA-0D58-4CA0-A872-AED08AD23362}" cxnId="{DE9099FA-B464-4E9C-B4B1-01D3754A8439}" type="sibTrans">
      <dgm:prSet/>
      <dgm:spPr/>
      <dgm:t>
        <a:bodyPr/>
        <a:lstStyle/>
        <a:p>
          <a:endParaRPr lang="es-CO"/>
        </a:p>
      </dgm:t>
    </dgm:pt>
    <dgm:pt modelId="{02808A97-4F45-4691-9899-3C40C01CE844}">
      <dgm:prSet phldrT="[Texto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s-CO"/>
            <a:t>Planificación de actividades y uso eficiente de recursos</a:t>
          </a:r>
          <a:endParaRPr lang="es-CO"/>
        </a:p>
      </dgm:t>
    </dgm:pt>
    <dgm:pt modelId="{69892AC8-F206-4BA4-825E-7D3CC6637533}" cxnId="{F42FECA4-3305-476E-8718-152DD9E7AE6F}" type="parTrans">
      <dgm:prSet/>
      <dgm:spPr/>
      <dgm:t>
        <a:bodyPr/>
        <a:lstStyle/>
        <a:p>
          <a:endParaRPr lang="es-CO"/>
        </a:p>
      </dgm:t>
    </dgm:pt>
    <dgm:pt modelId="{761EEFEE-0335-4F9B-B811-A3E3BE2A9209}" cxnId="{F42FECA4-3305-476E-8718-152DD9E7AE6F}" type="sibTrans">
      <dgm:prSet/>
      <dgm:spPr/>
      <dgm:t>
        <a:bodyPr/>
        <a:lstStyle/>
        <a:p>
          <a:endParaRPr lang="es-CO"/>
        </a:p>
      </dgm:t>
    </dgm:pt>
    <dgm:pt modelId="{761AF26C-C3D2-4AEC-BB73-7E92B5DF2D72}" type="pres">
      <dgm:prSet presAssocID="{9FEEA130-F976-40F3-8956-68B0506C9797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801B8AC4-53B6-472D-9A1F-2DED720B0FE8}" type="pres">
      <dgm:prSet presAssocID="{9FEEA130-F976-40F3-8956-68B0506C9797}" presName="children" presStyleCnt="0"/>
      <dgm:spPr/>
    </dgm:pt>
    <dgm:pt modelId="{883A4D6B-97CF-4A16-92D0-1B35336FE79A}" type="pres">
      <dgm:prSet presAssocID="{9FEEA130-F976-40F3-8956-68B0506C9797}" presName="child1group" presStyleCnt="0"/>
      <dgm:spPr/>
    </dgm:pt>
    <dgm:pt modelId="{91BE35DF-A8EB-468D-8936-B74CBE0E8238}" type="pres">
      <dgm:prSet presAssocID="{9FEEA130-F976-40F3-8956-68B0506C9797}" presName="child1" presStyleLbl="bgAcc1" presStyleIdx="0" presStyleCnt="4"/>
      <dgm:spPr/>
    </dgm:pt>
    <dgm:pt modelId="{D234C8E2-5C62-45D8-8DBF-BFA03A3E7E54}" type="pres">
      <dgm:prSet presAssocID="{9FEEA130-F976-40F3-8956-68B0506C9797}" presName="child1Text" presStyleCnt="0">
        <dgm:presLayoutVars>
          <dgm:bulletEnabled val="1"/>
        </dgm:presLayoutVars>
      </dgm:prSet>
      <dgm:spPr/>
    </dgm:pt>
    <dgm:pt modelId="{797C6EA8-9AF7-4138-879F-C199DED54281}" type="pres">
      <dgm:prSet presAssocID="{9FEEA130-F976-40F3-8956-68B0506C9797}" presName="child2group" presStyleCnt="0"/>
      <dgm:spPr/>
    </dgm:pt>
    <dgm:pt modelId="{C41B517C-8C88-4AA9-9B71-4333C57A1127}" type="pres">
      <dgm:prSet presAssocID="{9FEEA130-F976-40F3-8956-68B0506C9797}" presName="child2" presStyleLbl="bgAcc1" presStyleIdx="1" presStyleCnt="4"/>
      <dgm:spPr/>
    </dgm:pt>
    <dgm:pt modelId="{A30F4365-087F-4044-842F-4B6E9F864E89}" type="pres">
      <dgm:prSet presAssocID="{9FEEA130-F976-40F3-8956-68B0506C9797}" presName="child2Text" presStyleCnt="0">
        <dgm:presLayoutVars>
          <dgm:bulletEnabled val="1"/>
        </dgm:presLayoutVars>
      </dgm:prSet>
      <dgm:spPr/>
    </dgm:pt>
    <dgm:pt modelId="{81D9AE9E-0F85-4BFB-86F8-1E869435FE45}" type="pres">
      <dgm:prSet presAssocID="{9FEEA130-F976-40F3-8956-68B0506C9797}" presName="child3group" presStyleCnt="0"/>
      <dgm:spPr/>
    </dgm:pt>
    <dgm:pt modelId="{520D87F4-57CB-40A4-8018-80C3AA6BD23E}" type="pres">
      <dgm:prSet presAssocID="{9FEEA130-F976-40F3-8956-68B0506C9797}" presName="child3" presStyleLbl="bgAcc1" presStyleIdx="2" presStyleCnt="4"/>
      <dgm:spPr/>
    </dgm:pt>
    <dgm:pt modelId="{94DFCCFA-4CC0-471A-A774-8AA7254623B6}" type="pres">
      <dgm:prSet presAssocID="{9FEEA130-F976-40F3-8956-68B0506C9797}" presName="child3Text" presStyleCnt="0">
        <dgm:presLayoutVars>
          <dgm:bulletEnabled val="1"/>
        </dgm:presLayoutVars>
      </dgm:prSet>
      <dgm:spPr/>
    </dgm:pt>
    <dgm:pt modelId="{4ECD120E-E1A5-4ECC-B5DF-EA997F5013B9}" type="pres">
      <dgm:prSet presAssocID="{9FEEA130-F976-40F3-8956-68B0506C9797}" presName="child4group" presStyleCnt="0"/>
      <dgm:spPr/>
    </dgm:pt>
    <dgm:pt modelId="{E4870E0E-A6D5-4713-B223-40F7B112FE29}" type="pres">
      <dgm:prSet presAssocID="{9FEEA130-F976-40F3-8956-68B0506C9797}" presName="child4" presStyleLbl="bgAcc1" presStyleIdx="3" presStyleCnt="4"/>
      <dgm:spPr/>
    </dgm:pt>
    <dgm:pt modelId="{D542E66A-ACC6-43F4-891A-EA14E1216BE1}" type="pres">
      <dgm:prSet presAssocID="{9FEEA130-F976-40F3-8956-68B0506C9797}" presName="child4Text" presStyleCnt="0">
        <dgm:presLayoutVars>
          <dgm:bulletEnabled val="1"/>
        </dgm:presLayoutVars>
      </dgm:prSet>
      <dgm:spPr/>
    </dgm:pt>
    <dgm:pt modelId="{9D74FF38-B316-41C9-AFAB-E26097A24DCB}" type="pres">
      <dgm:prSet presAssocID="{9FEEA130-F976-40F3-8956-68B0506C9797}" presName="childPlaceholder" presStyleCnt="0"/>
      <dgm:spPr/>
    </dgm:pt>
    <dgm:pt modelId="{4EE6C78B-6133-41BD-935D-4F7C86EE61FF}" type="pres">
      <dgm:prSet presAssocID="{9FEEA130-F976-40F3-8956-68B0506C9797}" presName="circle" presStyleCnt="0"/>
      <dgm:spPr/>
    </dgm:pt>
    <dgm:pt modelId="{CB21194F-3AA0-4537-B510-24AFB3861FB2}" type="pres">
      <dgm:prSet presAssocID="{9FEEA130-F976-40F3-8956-68B0506C9797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D9470E08-F6F0-4524-B40F-739C6DE28A97}" type="pres">
      <dgm:prSet presAssocID="{9FEEA130-F976-40F3-8956-68B0506C9797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8BEB725D-E86B-4759-9473-F0522E75CF7B}" type="pres">
      <dgm:prSet presAssocID="{9FEEA130-F976-40F3-8956-68B0506C9797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69A85F0A-3823-4BF9-9DAD-03AEF94F24D5}" type="pres">
      <dgm:prSet presAssocID="{9FEEA130-F976-40F3-8956-68B0506C9797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6BF58890-2BC3-4A22-A597-D899F64A05D5}" type="pres">
      <dgm:prSet presAssocID="{9FEEA130-F976-40F3-8956-68B0506C9797}" presName="quadrantPlaceholder" presStyleCnt="0"/>
      <dgm:spPr/>
    </dgm:pt>
    <dgm:pt modelId="{8BC084D6-A173-4BEA-A34E-C72D037E213B}" type="pres">
      <dgm:prSet presAssocID="{9FEEA130-F976-40F3-8956-68B0506C9797}" presName="center1" presStyleLbl="fgShp" presStyleIdx="0" presStyleCnt="2"/>
      <dgm:spPr/>
    </dgm:pt>
    <dgm:pt modelId="{7C28098A-88A0-4518-84CE-A4375A98A641}" type="pres">
      <dgm:prSet presAssocID="{9FEEA130-F976-40F3-8956-68B0506C9797}" presName="center2" presStyleLbl="fgShp" presStyleIdx="1" presStyleCnt="2"/>
      <dgm:spPr/>
    </dgm:pt>
  </dgm:ptLst>
  <dgm:cxnLst>
    <dgm:cxn modelId="{88C9A618-7C36-4C5D-A762-A375075CBFE1}" srcId="{9FEEA130-F976-40F3-8956-68B0506C9797}" destId="{00583E82-BB63-4473-8A27-5C1889436527}" srcOrd="0" destOrd="0" parTransId="{55FFA5DB-F50D-4ABE-8C73-1BD1142AF69C}" sibTransId="{99F3C9FE-1161-4C25-8724-654A72A2AB63}"/>
    <dgm:cxn modelId="{6F8147C9-2C02-47AF-9BBE-3F723338C079}" srcId="{00583E82-BB63-4473-8A27-5C1889436527}" destId="{D1F5045D-84FE-440D-B7F7-58BCB4697FC4}" srcOrd="0" destOrd="0" parTransId="{D70997F1-0808-4761-97B7-24CC4858A0F1}" sibTransId="{CE563976-BCF2-4CCB-9A5D-61C2880533B2}"/>
    <dgm:cxn modelId="{55062BED-A96E-45A2-A098-E2A406FF30BE}" srcId="{9FEEA130-F976-40F3-8956-68B0506C9797}" destId="{CDC7C49A-0F1C-4263-BB2A-A423B945B6C2}" srcOrd="1" destOrd="0" parTransId="{F7C91957-1EAD-410D-94F8-C57BA7CAD516}" sibTransId="{56E9AA66-988F-46A0-B1CC-D195C90CAFCF}"/>
    <dgm:cxn modelId="{F61954CE-0A3A-41E3-A6A9-7EF2E9705D9A}" srcId="{CDC7C49A-0F1C-4263-BB2A-A423B945B6C2}" destId="{C60A7230-ACED-4972-AFEE-8976E5182CC0}" srcOrd="0" destOrd="1" parTransId="{60C330C9-23D5-423B-B375-4AD06BA28978}" sibTransId="{597E6762-31E3-467D-B53A-6EA337935C22}"/>
    <dgm:cxn modelId="{D6BBBA0A-154C-485C-8701-ACA95FB00C3B}" srcId="{9FEEA130-F976-40F3-8956-68B0506C9797}" destId="{373CEAE1-C7BC-4D1F-B646-BB1E94DB9A9F}" srcOrd="2" destOrd="0" parTransId="{234A3EE2-FAD6-4331-88CE-F77CFB3EA0B3}" sibTransId="{49D51471-3DD9-45A1-8819-AFC2B41B6C74}"/>
    <dgm:cxn modelId="{2D4D1B12-53FF-4F83-B205-7204F36E7149}" srcId="{373CEAE1-C7BC-4D1F-B646-BB1E94DB9A9F}" destId="{F785AC77-6F35-4BFF-B24A-29D464F7FCA6}" srcOrd="0" destOrd="2" parTransId="{6D42EDD2-612A-43C5-B4B4-50CA64614526}" sibTransId="{7F044C6D-F632-4A01-BAD4-BE86CA6B4DC7}"/>
    <dgm:cxn modelId="{DE9099FA-B464-4E9C-B4B1-01D3754A8439}" srcId="{9FEEA130-F976-40F3-8956-68B0506C9797}" destId="{C7CFF574-8CC4-49E0-824F-E0C8486AD43B}" srcOrd="3" destOrd="0" parTransId="{F6223332-CCE6-4970-B35F-AD9EC18B4E80}" sibTransId="{3523BDEA-0D58-4CA0-A872-AED08AD23362}"/>
    <dgm:cxn modelId="{F42FECA4-3305-476E-8718-152DD9E7AE6F}" srcId="{C7CFF574-8CC4-49E0-824F-E0C8486AD43B}" destId="{02808A97-4F45-4691-9899-3C40C01CE844}" srcOrd="0" destOrd="3" parTransId="{69892AC8-F206-4BA4-825E-7D3CC6637533}" sibTransId="{761EEFEE-0335-4F9B-B811-A3E3BE2A9209}"/>
    <dgm:cxn modelId="{EA9C3AEF-C774-49A8-90A7-2C3FEE71321C}" type="presOf" srcId="{9FEEA130-F976-40F3-8956-68B0506C9797}" destId="{761AF26C-C3D2-4AEC-BB73-7E92B5DF2D72}" srcOrd="0" destOrd="0" presId="urn:microsoft.com/office/officeart/2005/8/layout/cycle4"/>
    <dgm:cxn modelId="{9D1198DC-C1DD-4A91-8BCC-4E9E53B4D831}" type="presParOf" srcId="{761AF26C-C3D2-4AEC-BB73-7E92B5DF2D72}" destId="{801B8AC4-53B6-472D-9A1F-2DED720B0FE8}" srcOrd="0" destOrd="0" presId="urn:microsoft.com/office/officeart/2005/8/layout/cycle4"/>
    <dgm:cxn modelId="{A1501B7B-4ADF-410B-ABAF-2CD89C3B3094}" type="presParOf" srcId="{801B8AC4-53B6-472D-9A1F-2DED720B0FE8}" destId="{883A4D6B-97CF-4A16-92D0-1B35336FE79A}" srcOrd="0" destOrd="0" presId="urn:microsoft.com/office/officeart/2005/8/layout/cycle4"/>
    <dgm:cxn modelId="{4344FA2B-BCCD-4618-902D-19542909AA7B}" type="presParOf" srcId="{883A4D6B-97CF-4A16-92D0-1B35336FE79A}" destId="{91BE35DF-A8EB-468D-8936-B74CBE0E8238}" srcOrd="0" destOrd="0" presId="urn:microsoft.com/office/officeart/2005/8/layout/cycle4"/>
    <dgm:cxn modelId="{3B74342B-0038-4B39-A932-488867D798FD}" type="presOf" srcId="{D1F5045D-84FE-440D-B7F7-58BCB4697FC4}" destId="{91BE35DF-A8EB-468D-8936-B74CBE0E8238}" srcOrd="0" destOrd="0" presId="urn:microsoft.com/office/officeart/2005/8/layout/cycle4"/>
    <dgm:cxn modelId="{F2E3A89F-01F2-48B1-AE7E-3E99A9292CBD}" type="presParOf" srcId="{883A4D6B-97CF-4A16-92D0-1B35336FE79A}" destId="{D234C8E2-5C62-45D8-8DBF-BFA03A3E7E54}" srcOrd="1" destOrd="0" presId="urn:microsoft.com/office/officeart/2005/8/layout/cycle4"/>
    <dgm:cxn modelId="{225840AA-2460-4227-ACC8-509801F1241C}" type="presOf" srcId="{D1F5045D-84FE-440D-B7F7-58BCB4697FC4}" destId="{D234C8E2-5C62-45D8-8DBF-BFA03A3E7E54}" srcOrd="1" destOrd="0" presId="urn:microsoft.com/office/officeart/2005/8/layout/cycle4"/>
    <dgm:cxn modelId="{58D17C8D-C0D1-4C9F-B1B9-7B56B296D547}" type="presParOf" srcId="{801B8AC4-53B6-472D-9A1F-2DED720B0FE8}" destId="{797C6EA8-9AF7-4138-879F-C199DED54281}" srcOrd="1" destOrd="0" presId="urn:microsoft.com/office/officeart/2005/8/layout/cycle4"/>
    <dgm:cxn modelId="{67E764A2-7A63-4DFC-8D7C-0B0837C974CA}" type="presParOf" srcId="{797C6EA8-9AF7-4138-879F-C199DED54281}" destId="{C41B517C-8C88-4AA9-9B71-4333C57A1127}" srcOrd="0" destOrd="1" presId="urn:microsoft.com/office/officeart/2005/8/layout/cycle4"/>
    <dgm:cxn modelId="{717F83D0-4190-44BA-93D5-41A8C9255596}" type="presOf" srcId="{C60A7230-ACED-4972-AFEE-8976E5182CC0}" destId="{C41B517C-8C88-4AA9-9B71-4333C57A1127}" srcOrd="0" destOrd="0" presId="urn:microsoft.com/office/officeart/2005/8/layout/cycle4"/>
    <dgm:cxn modelId="{147058FC-6980-468A-AAAC-53D14A8BEA07}" type="presParOf" srcId="{797C6EA8-9AF7-4138-879F-C199DED54281}" destId="{A30F4365-087F-4044-842F-4B6E9F864E89}" srcOrd="1" destOrd="1" presId="urn:microsoft.com/office/officeart/2005/8/layout/cycle4"/>
    <dgm:cxn modelId="{D9B27B93-AD60-4F64-ABE5-05644F45DDDC}" type="presOf" srcId="{C60A7230-ACED-4972-AFEE-8976E5182CC0}" destId="{A30F4365-087F-4044-842F-4B6E9F864E89}" srcOrd="1" destOrd="0" presId="urn:microsoft.com/office/officeart/2005/8/layout/cycle4"/>
    <dgm:cxn modelId="{F8FDD1B9-CF99-4BEA-8B4C-B227234CE95F}" type="presParOf" srcId="{801B8AC4-53B6-472D-9A1F-2DED720B0FE8}" destId="{81D9AE9E-0F85-4BFB-86F8-1E869435FE45}" srcOrd="2" destOrd="0" presId="urn:microsoft.com/office/officeart/2005/8/layout/cycle4"/>
    <dgm:cxn modelId="{F3DD6727-3402-4A72-84A1-845A0699B257}" type="presParOf" srcId="{81D9AE9E-0F85-4BFB-86F8-1E869435FE45}" destId="{520D87F4-57CB-40A4-8018-80C3AA6BD23E}" srcOrd="0" destOrd="2" presId="urn:microsoft.com/office/officeart/2005/8/layout/cycle4"/>
    <dgm:cxn modelId="{93F2AF8C-CB92-4140-8469-43DC57F9AA20}" type="presOf" srcId="{F785AC77-6F35-4BFF-B24A-29D464F7FCA6}" destId="{520D87F4-57CB-40A4-8018-80C3AA6BD23E}" srcOrd="0" destOrd="0" presId="urn:microsoft.com/office/officeart/2005/8/layout/cycle4"/>
    <dgm:cxn modelId="{1CD44EA6-D584-499B-9FD2-28D0C8D1B577}" type="presParOf" srcId="{81D9AE9E-0F85-4BFB-86F8-1E869435FE45}" destId="{94DFCCFA-4CC0-471A-A774-8AA7254623B6}" srcOrd="1" destOrd="2" presId="urn:microsoft.com/office/officeart/2005/8/layout/cycle4"/>
    <dgm:cxn modelId="{DA02D018-17A1-4E81-B23E-8E132776212D}" type="presOf" srcId="{F785AC77-6F35-4BFF-B24A-29D464F7FCA6}" destId="{94DFCCFA-4CC0-471A-A774-8AA7254623B6}" srcOrd="1" destOrd="0" presId="urn:microsoft.com/office/officeart/2005/8/layout/cycle4"/>
    <dgm:cxn modelId="{5E864FC3-65A1-481F-A97D-D48738F09AA4}" type="presParOf" srcId="{801B8AC4-53B6-472D-9A1F-2DED720B0FE8}" destId="{4ECD120E-E1A5-4ECC-B5DF-EA997F5013B9}" srcOrd="3" destOrd="0" presId="urn:microsoft.com/office/officeart/2005/8/layout/cycle4"/>
    <dgm:cxn modelId="{6CB8A883-BA5E-4DF4-8260-AB84BDEEA9E6}" type="presParOf" srcId="{4ECD120E-E1A5-4ECC-B5DF-EA997F5013B9}" destId="{E4870E0E-A6D5-4713-B223-40F7B112FE29}" srcOrd="0" destOrd="3" presId="urn:microsoft.com/office/officeart/2005/8/layout/cycle4"/>
    <dgm:cxn modelId="{DD4BF774-109C-405E-AD85-DC511580069E}" type="presOf" srcId="{02808A97-4F45-4691-9899-3C40C01CE844}" destId="{E4870E0E-A6D5-4713-B223-40F7B112FE29}" srcOrd="0" destOrd="0" presId="urn:microsoft.com/office/officeart/2005/8/layout/cycle4"/>
    <dgm:cxn modelId="{9C601075-111F-44D9-B5A7-25F0BDF9243C}" type="presParOf" srcId="{4ECD120E-E1A5-4ECC-B5DF-EA997F5013B9}" destId="{D542E66A-ACC6-43F4-891A-EA14E1216BE1}" srcOrd="1" destOrd="3" presId="urn:microsoft.com/office/officeart/2005/8/layout/cycle4"/>
    <dgm:cxn modelId="{B42A9B15-95C1-42FA-9FC3-2C2952DF6694}" type="presOf" srcId="{02808A97-4F45-4691-9899-3C40C01CE844}" destId="{D542E66A-ACC6-43F4-891A-EA14E1216BE1}" srcOrd="1" destOrd="0" presId="urn:microsoft.com/office/officeart/2005/8/layout/cycle4"/>
    <dgm:cxn modelId="{AE1A4899-1A91-4037-9A4E-D54E4240ECAE}" type="presParOf" srcId="{801B8AC4-53B6-472D-9A1F-2DED720B0FE8}" destId="{9D74FF38-B316-41C9-AFAB-E26097A24DCB}" srcOrd="4" destOrd="0" presId="urn:microsoft.com/office/officeart/2005/8/layout/cycle4"/>
    <dgm:cxn modelId="{E3D4F1E4-D3CD-448D-B27A-53CD5A38529E}" type="presParOf" srcId="{761AF26C-C3D2-4AEC-BB73-7E92B5DF2D72}" destId="{4EE6C78B-6133-41BD-935D-4F7C86EE61FF}" srcOrd="1" destOrd="0" presId="urn:microsoft.com/office/officeart/2005/8/layout/cycle4"/>
    <dgm:cxn modelId="{9E896ECD-77D4-4D82-90DC-01D451850C10}" type="presParOf" srcId="{4EE6C78B-6133-41BD-935D-4F7C86EE61FF}" destId="{CB21194F-3AA0-4537-B510-24AFB3861FB2}" srcOrd="0" destOrd="1" presId="urn:microsoft.com/office/officeart/2005/8/layout/cycle4"/>
    <dgm:cxn modelId="{E3375605-2A47-4A22-86F9-AF31D29B671C}" type="presOf" srcId="{00583E82-BB63-4473-8A27-5C1889436527}" destId="{CB21194F-3AA0-4537-B510-24AFB3861FB2}" srcOrd="0" destOrd="0" presId="urn:microsoft.com/office/officeart/2005/8/layout/cycle4"/>
    <dgm:cxn modelId="{702ECC70-739D-40E7-A18B-8B521593C2EE}" type="presParOf" srcId="{4EE6C78B-6133-41BD-935D-4F7C86EE61FF}" destId="{D9470E08-F6F0-4524-B40F-739C6DE28A97}" srcOrd="1" destOrd="1" presId="urn:microsoft.com/office/officeart/2005/8/layout/cycle4"/>
    <dgm:cxn modelId="{CB2F2F74-1731-4BCC-B356-610C258C5BF4}" type="presOf" srcId="{CDC7C49A-0F1C-4263-BB2A-A423B945B6C2}" destId="{D9470E08-F6F0-4524-B40F-739C6DE28A97}" srcOrd="0" destOrd="0" presId="urn:microsoft.com/office/officeart/2005/8/layout/cycle4"/>
    <dgm:cxn modelId="{29F3644A-30C5-4661-B370-27EE6A22299A}" type="presParOf" srcId="{4EE6C78B-6133-41BD-935D-4F7C86EE61FF}" destId="{8BEB725D-E86B-4759-9473-F0522E75CF7B}" srcOrd="2" destOrd="1" presId="urn:microsoft.com/office/officeart/2005/8/layout/cycle4"/>
    <dgm:cxn modelId="{035285B1-EF29-4A93-845C-77775C8A1959}" type="presOf" srcId="{373CEAE1-C7BC-4D1F-B646-BB1E94DB9A9F}" destId="{8BEB725D-E86B-4759-9473-F0522E75CF7B}" srcOrd="0" destOrd="0" presId="urn:microsoft.com/office/officeart/2005/8/layout/cycle4"/>
    <dgm:cxn modelId="{D25F3886-654C-40DB-8568-96DE0EC7E8C8}" type="presParOf" srcId="{4EE6C78B-6133-41BD-935D-4F7C86EE61FF}" destId="{69A85F0A-3823-4BF9-9DAD-03AEF94F24D5}" srcOrd="3" destOrd="1" presId="urn:microsoft.com/office/officeart/2005/8/layout/cycle4"/>
    <dgm:cxn modelId="{70341DB4-2071-45A5-94E6-E88F87F86368}" type="presOf" srcId="{C7CFF574-8CC4-49E0-824F-E0C8486AD43B}" destId="{69A85F0A-3823-4BF9-9DAD-03AEF94F24D5}" srcOrd="0" destOrd="0" presId="urn:microsoft.com/office/officeart/2005/8/layout/cycle4"/>
    <dgm:cxn modelId="{FD4B8BED-0E03-4668-B329-447CFD28B882}" type="presParOf" srcId="{4EE6C78B-6133-41BD-935D-4F7C86EE61FF}" destId="{6BF58890-2BC3-4A22-A597-D899F64A05D5}" srcOrd="4" destOrd="1" presId="urn:microsoft.com/office/officeart/2005/8/layout/cycle4"/>
    <dgm:cxn modelId="{969D82A2-EF74-413D-BE0E-F6AE370D0F7A}" type="presParOf" srcId="{761AF26C-C3D2-4AEC-BB73-7E92B5DF2D72}" destId="{8BC084D6-A173-4BEA-A34E-C72D037E213B}" srcOrd="2" destOrd="0" presId="urn:microsoft.com/office/officeart/2005/8/layout/cycle4"/>
    <dgm:cxn modelId="{1CF380E8-BFDC-459A-9199-AC2D724EEE4F}" type="presParOf" srcId="{761AF26C-C3D2-4AEC-BB73-7E92B5DF2D72}" destId="{7C28098A-88A0-4518-84CE-A4375A98A641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upo 1"/>
      <dsp:cNvGrpSpPr/>
    </dsp:nvGrpSpPr>
    <dsp:grpSpPr>
      <a:xfrm>
        <a:off x="0" y="0"/>
        <a:ext cx="26161365" cy="8734425"/>
        <a:chOff x="0" y="0"/>
        <a:chExt cx="26161365" cy="8734425"/>
      </a:xfrm>
    </dsp:grpSpPr>
    <dsp:sp modelId="{A16E3110-57E1-4619-A55C-DCD0DD5CE084}">
      <dsp:nvSpPr>
        <dsp:cNvPr id="3" name="Cheurón 2"/>
        <dsp:cNvSpPr/>
      </dsp:nvSpPr>
      <dsp:spPr bwMode="white">
        <a:xfrm rot="5400000">
          <a:off x="-455338" y="455338"/>
          <a:ext cx="3035590" cy="2124913"/>
        </a:xfrm>
        <a:prstGeom prst="chevron">
          <a:avLst/>
        </a:prstGeom>
      </dsp:spPr>
      <dsp:style>
        <a:lnRef idx="2">
          <a:schemeClr val="accent1">
            <a:alpha val="90000"/>
            <a:hueOff val="0"/>
            <a:satOff val="0"/>
            <a:lumOff val="0"/>
            <a:alpha val="90196"/>
          </a:schemeClr>
        </a:lnRef>
        <a:fillRef idx="1">
          <a:schemeClr val="accent1">
            <a:alpha val="90000"/>
            <a:hueOff val="0"/>
            <a:satOff val="0"/>
            <a:lumOff val="0"/>
            <a:alpha val="9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rot="-5400000" lIns="34925" tIns="34925" rIns="34925" bIns="34925" anchor="ctr"/>
        <a:lstStyle>
          <a:lvl1pPr algn="ctr">
            <a:defRPr sz="5500"/>
          </a:lvl1pPr>
          <a:lvl2pPr marL="285750" indent="-285750" algn="ctr">
            <a:defRPr sz="4200"/>
          </a:lvl2pPr>
          <a:lvl3pPr marL="571500" indent="-285750" algn="ctr">
            <a:defRPr sz="4200"/>
          </a:lvl3pPr>
          <a:lvl4pPr marL="857250" indent="-285750" algn="ctr">
            <a:defRPr sz="4200"/>
          </a:lvl4pPr>
          <a:lvl5pPr marL="1143000" indent="-285750" algn="ctr">
            <a:defRPr sz="4200"/>
          </a:lvl5pPr>
          <a:lvl6pPr marL="1428750" indent="-285750" algn="ctr">
            <a:defRPr sz="4200"/>
          </a:lvl6pPr>
          <a:lvl7pPr marL="1714500" indent="-285750" algn="ctr">
            <a:defRPr sz="4200"/>
          </a:lvl7pPr>
          <a:lvl8pPr marL="2000250" indent="-285750" algn="ctr">
            <a:defRPr sz="4200"/>
          </a:lvl8pPr>
          <a:lvl9pPr marL="2286000" indent="-285750" algn="ctr">
            <a:defRPr sz="4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 rot="5400000">
        <a:off x="-455338" y="455338"/>
        <a:ext cx="3035590" cy="2124913"/>
      </dsp:txXfrm>
    </dsp:sp>
    <dsp:sp modelId="{544D3F38-216B-445A-B1B9-8008AEDB7A9D}">
      <dsp:nvSpPr>
        <dsp:cNvPr id="4" name="Redondear rectángulo de esquina del mismo lado 3"/>
        <dsp:cNvSpPr/>
      </dsp:nvSpPr>
      <dsp:spPr bwMode="white">
        <a:xfrm rot="5400000">
          <a:off x="13156572" y="-11031660"/>
          <a:ext cx="1973133" cy="24036452"/>
        </a:xfrm>
        <a:prstGeom prst="round2SameRect">
          <a:avLst/>
        </a:prstGeom>
      </dsp:spPr>
      <dsp:style>
        <a:lnRef idx="2">
          <a:schemeClr val="accent1">
            <a:alpha val="90000"/>
            <a:hueOff val="0"/>
            <a:satOff val="0"/>
            <a:lumOff val="0"/>
            <a:alpha val="90196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263144" tIns="23495" rIns="23495" bIns="23495" anchor="ctr"/>
        <a:lstStyle>
          <a:lvl1pPr algn="l">
            <a:defRPr sz="3700"/>
          </a:lvl1pPr>
          <a:lvl2pPr marL="285750" indent="-285750" algn="l">
            <a:defRPr sz="3700"/>
          </a:lvl2pPr>
          <a:lvl3pPr marL="571500" indent="-285750" algn="l">
            <a:defRPr sz="3700"/>
          </a:lvl3pPr>
          <a:lvl4pPr marL="857250" indent="-285750" algn="l">
            <a:defRPr sz="3700"/>
          </a:lvl4pPr>
          <a:lvl5pPr marL="1143000" indent="-285750" algn="l">
            <a:defRPr sz="3700"/>
          </a:lvl5pPr>
          <a:lvl6pPr marL="1428750" indent="-285750" algn="l">
            <a:defRPr sz="3700"/>
          </a:lvl6pPr>
          <a:lvl7pPr marL="1714500" indent="-285750" algn="l">
            <a:defRPr sz="3700"/>
          </a:lvl7pPr>
          <a:lvl8pPr marL="2000250" indent="-285750" algn="l">
            <a:defRPr sz="3700"/>
          </a:lvl8pPr>
          <a:lvl9pPr marL="2286000" indent="-285750" algn="l">
            <a:defRPr sz="37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s-ES">
              <a:solidFill>
                <a:schemeClr val="dk1"/>
              </a:solidFill>
            </a:rPr>
            <a:t>Klaassen et al. (1988)</a:t>
          </a:r>
          <a:r>
            <a:rPr lang="es-CO" altLang="en-US">
              <a:solidFill>
                <a:schemeClr val="dk1"/>
              </a:solidFill>
            </a:rPr>
            <a:t>. Modelos de simulación y enfoques de planificación.</a:t>
          </a:r>
          <a:endParaRPr lang="en-US" altLang="es-E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s-ES">
              <a:solidFill>
                <a:schemeClr val="dk1"/>
              </a:solidFill>
            </a:rPr>
            <a:t>Boyd y Savory (2001</a:t>
          </a:r>
          <a:r>
            <a:rPr lang="es-CO" altLang="en-US">
              <a:solidFill>
                <a:schemeClr val="dk1"/>
              </a:solidFill>
            </a:rPr>
            <a:t>). G</a:t>
          </a:r>
          <a:r>
            <a:rPr lang="en-US" altLang="es-ES">
              <a:solidFill>
                <a:schemeClr val="dk1"/>
              </a:solidFill>
            </a:rPr>
            <a:t>esti</a:t>
          </a:r>
          <a:r>
            <a:rPr lang="en-US" altLang="en-US">
              <a:solidFill>
                <a:schemeClr val="dk1"/>
              </a:solidFill>
            </a:rPr>
            <a:t>ó</a:t>
          </a:r>
          <a:r>
            <a:rPr lang="en-US" altLang="es-ES">
              <a:solidFill>
                <a:schemeClr val="dk1"/>
              </a:solidFill>
            </a:rPr>
            <a:t>n de recursos humanos en laboratorios mediante el uso de algoritmos gen</a:t>
          </a:r>
          <a:r>
            <a:rPr lang="en-US" altLang="en-US">
              <a:solidFill>
                <a:schemeClr val="dk1"/>
              </a:solidFill>
            </a:rPr>
            <a:t>é</a:t>
          </a:r>
          <a:r>
            <a:rPr lang="en-US" altLang="es-ES">
              <a:solidFill>
                <a:schemeClr val="dk1"/>
              </a:solidFill>
            </a:rPr>
            <a:t>ticos</a:t>
          </a:r>
          <a:r>
            <a:rPr lang="es-CO" altLang="en-US">
              <a:solidFill>
                <a:schemeClr val="dk1"/>
              </a:solidFill>
            </a:rPr>
            <a:t>.</a:t>
          </a:r>
          <a:endParaRPr lang="es-CO" altLang="en-US">
            <a:solidFill>
              <a:schemeClr val="dk1"/>
            </a:solidFill>
          </a:endParaRPr>
        </a:p>
      </dsp:txBody>
      <dsp:txXfrm rot="5400000">
        <a:off x="13156572" y="-11031660"/>
        <a:ext cx="1973133" cy="24036452"/>
      </dsp:txXfrm>
    </dsp:sp>
    <dsp:sp modelId="{722E1094-83C7-45E2-B20F-DB9D09AD94F0}">
      <dsp:nvSpPr>
        <dsp:cNvPr id="5" name="Cheurón 4"/>
        <dsp:cNvSpPr/>
      </dsp:nvSpPr>
      <dsp:spPr bwMode="white">
        <a:xfrm rot="5400000">
          <a:off x="-455338" y="3304756"/>
          <a:ext cx="3035590" cy="2124913"/>
        </a:xfrm>
        <a:prstGeom prst="chevron">
          <a:avLst/>
        </a:prstGeom>
      </dsp:spPr>
      <dsp:style>
        <a:lnRef idx="2">
          <a:schemeClr val="accent1">
            <a:alpha val="90000"/>
            <a:hueOff val="0"/>
            <a:satOff val="0"/>
            <a:lumOff val="0"/>
            <a:alpha val="70196"/>
          </a:schemeClr>
        </a:lnRef>
        <a:fillRef idx="1">
          <a:schemeClr val="accent1">
            <a:alpha val="90000"/>
            <a:hueOff val="0"/>
            <a:satOff val="0"/>
            <a:lumOff val="0"/>
            <a:alpha val="7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rot="-5400000" lIns="34925" tIns="34925" rIns="34925" bIns="34925" anchor="ctr"/>
        <a:lstStyle>
          <a:lvl1pPr algn="ctr">
            <a:defRPr sz="5500"/>
          </a:lvl1pPr>
          <a:lvl2pPr marL="285750" indent="-285750" algn="ctr">
            <a:defRPr sz="4200"/>
          </a:lvl2pPr>
          <a:lvl3pPr marL="571500" indent="-285750" algn="ctr">
            <a:defRPr sz="4200"/>
          </a:lvl3pPr>
          <a:lvl4pPr marL="857250" indent="-285750" algn="ctr">
            <a:defRPr sz="4200"/>
          </a:lvl4pPr>
          <a:lvl5pPr marL="1143000" indent="-285750" algn="ctr">
            <a:defRPr sz="4200"/>
          </a:lvl5pPr>
          <a:lvl6pPr marL="1428750" indent="-285750" algn="ctr">
            <a:defRPr sz="4200"/>
          </a:lvl6pPr>
          <a:lvl7pPr marL="1714500" indent="-285750" algn="ctr">
            <a:defRPr sz="4200"/>
          </a:lvl7pPr>
          <a:lvl8pPr marL="2000250" indent="-285750" algn="ctr">
            <a:defRPr sz="4200"/>
          </a:lvl8pPr>
          <a:lvl9pPr marL="2286000" indent="-285750" algn="ctr">
            <a:defRPr sz="4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 rot="5400000">
        <a:off x="-455338" y="3304756"/>
        <a:ext cx="3035590" cy="2124913"/>
      </dsp:txXfrm>
    </dsp:sp>
    <dsp:sp modelId="{AC67BBE6-9B82-4D3D-BF22-48713AF46E9C}">
      <dsp:nvSpPr>
        <dsp:cNvPr id="6" name="Redondear rectángulo de esquina del mismo lado 5"/>
        <dsp:cNvSpPr/>
      </dsp:nvSpPr>
      <dsp:spPr bwMode="white">
        <a:xfrm rot="5400000">
          <a:off x="13156572" y="-8182242"/>
          <a:ext cx="1973133" cy="24036452"/>
        </a:xfrm>
        <a:prstGeom prst="round2SameRect">
          <a:avLst/>
        </a:prstGeom>
      </dsp:spPr>
      <dsp:style>
        <a:lnRef idx="2">
          <a:schemeClr val="accent1">
            <a:alpha val="90000"/>
            <a:hueOff val="0"/>
            <a:satOff val="0"/>
            <a:lumOff val="0"/>
            <a:alpha val="70196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263144" tIns="23495" rIns="23495" bIns="23495" anchor="ctr"/>
        <a:lstStyle>
          <a:lvl1pPr algn="l">
            <a:defRPr sz="3700"/>
          </a:lvl1pPr>
          <a:lvl2pPr marL="285750" indent="-285750" algn="l">
            <a:defRPr sz="3700"/>
          </a:lvl2pPr>
          <a:lvl3pPr marL="571500" indent="-285750" algn="l">
            <a:defRPr sz="3700"/>
          </a:lvl3pPr>
          <a:lvl4pPr marL="857250" indent="-285750" algn="l">
            <a:defRPr sz="3700"/>
          </a:lvl4pPr>
          <a:lvl5pPr marL="1143000" indent="-285750" algn="l">
            <a:defRPr sz="3700"/>
          </a:lvl5pPr>
          <a:lvl6pPr marL="1428750" indent="-285750" algn="l">
            <a:defRPr sz="3700"/>
          </a:lvl6pPr>
          <a:lvl7pPr marL="1714500" indent="-285750" algn="l">
            <a:defRPr sz="3700"/>
          </a:lvl7pPr>
          <a:lvl8pPr marL="2000250" indent="-285750" algn="l">
            <a:defRPr sz="3700"/>
          </a:lvl8pPr>
          <a:lvl9pPr marL="2286000" indent="-285750" algn="l">
            <a:defRPr sz="37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s-ES">
              <a:solidFill>
                <a:schemeClr val="dk1"/>
              </a:solidFill>
            </a:rPr>
            <a:t>Sch</a:t>
          </a:r>
          <a:r>
            <a:rPr lang="en-US" altLang="en-US">
              <a:solidFill>
                <a:schemeClr val="dk1"/>
              </a:solidFill>
            </a:rPr>
            <a:t>ä</a:t>
          </a:r>
          <a:r>
            <a:rPr lang="en-US" altLang="es-ES">
              <a:solidFill>
                <a:schemeClr val="dk1"/>
              </a:solidFill>
            </a:rPr>
            <a:t>fer (2004)</a:t>
          </a:r>
          <a:r>
            <a:rPr lang="es-CO" altLang="en-US">
              <a:solidFill>
                <a:schemeClr val="dk1"/>
              </a:solidFill>
            </a:rPr>
            <a:t>. Estructuración de flujos de trabajo. </a:t>
          </a:r>
          <a:endParaRPr lang="en-US" altLang="es-E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s-ES">
              <a:solidFill>
                <a:schemeClr val="dk1"/>
              </a:solidFill>
            </a:rPr>
            <a:t>Maslaton (2012)</a:t>
          </a:r>
          <a:r>
            <a:rPr lang="es-CO" altLang="en-US">
              <a:solidFill>
                <a:schemeClr val="dk1"/>
              </a:solidFill>
            </a:rPr>
            <a:t>. Optimización operativa.</a:t>
          </a:r>
          <a:endParaRPr lang="es-CO" altLang="en-US">
            <a:solidFill>
              <a:schemeClr val="dk1"/>
            </a:solidFill>
          </a:endParaRPr>
        </a:p>
      </dsp:txBody>
      <dsp:txXfrm rot="5400000">
        <a:off x="13156572" y="-8182242"/>
        <a:ext cx="1973133" cy="24036452"/>
      </dsp:txXfrm>
    </dsp:sp>
    <dsp:sp modelId="{95C8A2DE-C1F8-4D5A-A3A4-1DC2FA1C0073}">
      <dsp:nvSpPr>
        <dsp:cNvPr id="7" name="Cheurón 6"/>
        <dsp:cNvSpPr/>
      </dsp:nvSpPr>
      <dsp:spPr bwMode="white">
        <a:xfrm rot="5400000">
          <a:off x="-455338" y="6154174"/>
          <a:ext cx="3035590" cy="2124913"/>
        </a:xfrm>
        <a:prstGeom prst="chevron">
          <a:avLst/>
        </a:prstGeom>
      </dsp:spPr>
      <dsp:style>
        <a:lnRef idx="2">
          <a:schemeClr val="accent1">
            <a:alpha val="90000"/>
            <a:hueOff val="0"/>
            <a:satOff val="0"/>
            <a:lumOff val="0"/>
            <a:alpha val="50196"/>
          </a:schemeClr>
        </a:lnRef>
        <a:fillRef idx="1">
          <a:schemeClr val="accent1">
            <a:alpha val="90000"/>
            <a:hueOff val="0"/>
            <a:satOff val="0"/>
            <a:lumOff val="0"/>
            <a:alpha val="5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rot="-5400000" lIns="34925" tIns="34925" rIns="34925" bIns="34925" anchor="ctr"/>
        <a:lstStyle>
          <a:lvl1pPr algn="ctr">
            <a:defRPr sz="5500"/>
          </a:lvl1pPr>
          <a:lvl2pPr marL="285750" indent="-285750" algn="ctr">
            <a:defRPr sz="4200"/>
          </a:lvl2pPr>
          <a:lvl3pPr marL="571500" indent="-285750" algn="ctr">
            <a:defRPr sz="4200"/>
          </a:lvl3pPr>
          <a:lvl4pPr marL="857250" indent="-285750" algn="ctr">
            <a:defRPr sz="4200"/>
          </a:lvl4pPr>
          <a:lvl5pPr marL="1143000" indent="-285750" algn="ctr">
            <a:defRPr sz="4200"/>
          </a:lvl5pPr>
          <a:lvl6pPr marL="1428750" indent="-285750" algn="ctr">
            <a:defRPr sz="4200"/>
          </a:lvl6pPr>
          <a:lvl7pPr marL="1714500" indent="-285750" algn="ctr">
            <a:defRPr sz="4200"/>
          </a:lvl7pPr>
          <a:lvl8pPr marL="2000250" indent="-285750" algn="ctr">
            <a:defRPr sz="4200"/>
          </a:lvl8pPr>
          <a:lvl9pPr marL="2286000" indent="-285750" algn="ctr">
            <a:defRPr sz="4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 rot="5400000">
        <a:off x="-455338" y="6154174"/>
        <a:ext cx="3035590" cy="2124913"/>
      </dsp:txXfrm>
    </dsp:sp>
    <dsp:sp modelId="{BE17FEF5-EEE1-41BB-96FD-8FBB3FCF3860}">
      <dsp:nvSpPr>
        <dsp:cNvPr id="8" name="Redondear rectángulo de esquina del mismo lado 7"/>
        <dsp:cNvSpPr/>
      </dsp:nvSpPr>
      <dsp:spPr bwMode="white">
        <a:xfrm rot="5400000">
          <a:off x="13156572" y="-5332824"/>
          <a:ext cx="1973133" cy="24036452"/>
        </a:xfrm>
        <a:prstGeom prst="round2SameRect">
          <a:avLst/>
        </a:prstGeom>
      </dsp:spPr>
      <dsp:style>
        <a:lnRef idx="2">
          <a:schemeClr val="accent1">
            <a:alpha val="90000"/>
            <a:hueOff val="0"/>
            <a:satOff val="0"/>
            <a:lumOff val="0"/>
            <a:alpha val="50196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rot="-5400000" vert="horz" wrap="square" lIns="263144" tIns="23495" rIns="23495" bIns="23495" anchor="ctr"/>
        <a:lstStyle>
          <a:lvl1pPr algn="l">
            <a:defRPr sz="3700"/>
          </a:lvl1pPr>
          <a:lvl2pPr marL="285750" indent="-285750" algn="l">
            <a:defRPr sz="3700"/>
          </a:lvl2pPr>
          <a:lvl3pPr marL="571500" indent="-285750" algn="l">
            <a:defRPr sz="3700"/>
          </a:lvl3pPr>
          <a:lvl4pPr marL="857250" indent="-285750" algn="l">
            <a:defRPr sz="3700"/>
          </a:lvl4pPr>
          <a:lvl5pPr marL="1143000" indent="-285750" algn="l">
            <a:defRPr sz="3700"/>
          </a:lvl5pPr>
          <a:lvl6pPr marL="1428750" indent="-285750" algn="l">
            <a:defRPr sz="3700"/>
          </a:lvl6pPr>
          <a:lvl7pPr marL="1714500" indent="-285750" algn="l">
            <a:defRPr sz="3700"/>
          </a:lvl7pPr>
          <a:lvl8pPr marL="2000250" indent="-285750" algn="l">
            <a:defRPr sz="3700"/>
          </a:lvl8pPr>
          <a:lvl9pPr marL="2286000" indent="-285750" algn="l">
            <a:defRPr sz="37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s-ES">
              <a:solidFill>
                <a:schemeClr val="dk1"/>
              </a:solidFill>
            </a:rPr>
            <a:t>Dudnikov et al. (2012)</a:t>
          </a:r>
          <a:r>
            <a:rPr lang="es-CO" altLang="en-US">
              <a:solidFill>
                <a:schemeClr val="dk1"/>
              </a:solidFill>
            </a:rPr>
            <a:t>. Adaptabilidad dinámica.</a:t>
          </a:r>
          <a:endParaRPr lang="en-US" altLang="es-E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s-ES">
              <a:solidFill>
                <a:schemeClr val="dk1"/>
              </a:solidFill>
            </a:rPr>
            <a:t> Stephen (2024)</a:t>
          </a:r>
          <a:r>
            <a:rPr lang="es-CO" altLang="en-US">
              <a:solidFill>
                <a:schemeClr val="dk1"/>
              </a:solidFill>
            </a:rPr>
            <a:t>. Transición a la Analítica Predictiva.</a:t>
          </a:r>
          <a:endParaRPr lang="es-CO" altLang="en-US">
            <a:solidFill>
              <a:schemeClr val="dk1"/>
            </a:solidFill>
          </a:endParaRPr>
        </a:p>
      </dsp:txBody>
      <dsp:txXfrm rot="5400000">
        <a:off x="13156572" y="-5332824"/>
        <a:ext cx="1973133" cy="240364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upo 1"/>
      <dsp:cNvGrpSpPr/>
    </dsp:nvGrpSpPr>
    <dsp:grpSpPr>
      <a:xfrm>
        <a:off x="0" y="0"/>
        <a:ext cx="15644051" cy="12033885"/>
        <a:chOff x="0" y="0"/>
        <a:chExt cx="15644051" cy="12033885"/>
      </a:xfrm>
    </dsp:grpSpPr>
    <dsp:sp modelId="{91BE35DF-A8EB-468D-8936-B74CBE0E8238}">
      <dsp:nvSpPr>
        <dsp:cNvPr id="3" name="Rectángulo redondeado 2"/>
        <dsp:cNvSpPr/>
      </dsp:nvSpPr>
      <dsp:spPr bwMode="white">
        <a:xfrm>
          <a:off x="1007967" y="-6017"/>
          <a:ext cx="5944739" cy="3854694"/>
        </a:xfrm>
        <a:prstGeom prst="roundRect">
          <a:avLst>
            <a:gd name="adj" fmla="val 10000"/>
          </a:avLst>
        </a:prstGeom>
      </dsp:spPr>
      <dsp:style>
        <a:lnRef idx="2">
          <a:schemeClr val="accent2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vert="horz" wrap="square" lIns="186690" tIns="186690" rIns="186690" bIns="186690" anchor="t"/>
        <a:lstStyle>
          <a:lvl1pPr algn="l">
            <a:defRPr sz="4900"/>
          </a:lvl1pPr>
          <a:lvl2pPr marL="285750" indent="-285750" algn="l">
            <a:defRPr sz="3800"/>
          </a:lvl2pPr>
          <a:lvl3pPr marL="571500" indent="-285750" algn="l">
            <a:defRPr sz="3800"/>
          </a:lvl3pPr>
          <a:lvl4pPr marL="857250" indent="-285750" algn="l">
            <a:defRPr sz="3800"/>
          </a:lvl4pPr>
          <a:lvl5pPr marL="1143000" indent="-285750" algn="l">
            <a:defRPr sz="3800"/>
          </a:lvl5pPr>
          <a:lvl6pPr marL="1428750" indent="-285750" algn="l">
            <a:defRPr sz="3800"/>
          </a:lvl6pPr>
          <a:lvl7pPr marL="1714500" indent="-285750" algn="l">
            <a:defRPr sz="3800"/>
          </a:lvl7pPr>
          <a:lvl8pPr marL="2000250" indent="-285750" algn="l">
            <a:defRPr sz="3800"/>
          </a:lvl8pPr>
          <a:lvl9pPr marL="2286000" indent="-285750" algn="l">
            <a:defRPr sz="38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>
              <a:solidFill>
                <a:schemeClr val="dk1"/>
              </a:solidFill>
            </a:rPr>
            <a:t>Modelos predictivos</a:t>
          </a:r>
          <a:endParaRPr lang="es-CO">
            <a:solidFill>
              <a:schemeClr val="dk1"/>
            </a:solidFill>
          </a:endParaRPr>
        </a:p>
      </dsp:txBody>
      <dsp:txXfrm>
        <a:off x="1007967" y="-6017"/>
        <a:ext cx="5944739" cy="3854694"/>
      </dsp:txXfrm>
    </dsp:sp>
    <dsp:sp modelId="{C41B517C-8C88-4AA9-9B71-4333C57A1127}">
      <dsp:nvSpPr>
        <dsp:cNvPr id="4" name="Rectángulo redondeado 3"/>
        <dsp:cNvSpPr/>
      </dsp:nvSpPr>
      <dsp:spPr bwMode="white">
        <a:xfrm>
          <a:off x="10707279" y="-6017"/>
          <a:ext cx="5944739" cy="3854694"/>
        </a:xfrm>
        <a:prstGeom prst="roundRect">
          <a:avLst>
            <a:gd name="adj" fmla="val 10000"/>
          </a:avLst>
        </a:prstGeom>
      </dsp:spPr>
      <dsp:style>
        <a:lnRef idx="2">
          <a:schemeClr val="accent2">
            <a:hueOff val="-499999"/>
            <a:satOff val="-27973"/>
            <a:lumOff val="2876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vert="horz" wrap="square" lIns="186690" tIns="186690" rIns="186690" bIns="186690" anchor="t"/>
        <a:lstStyle>
          <a:lvl1pPr algn="l">
            <a:defRPr sz="4900"/>
          </a:lvl1pPr>
          <a:lvl2pPr marL="285750" indent="-285750" algn="l">
            <a:defRPr sz="3800"/>
          </a:lvl2pPr>
          <a:lvl3pPr marL="571500" indent="-285750" algn="l">
            <a:defRPr sz="3800"/>
          </a:lvl3pPr>
          <a:lvl4pPr marL="857250" indent="-285750" algn="l">
            <a:defRPr sz="3800"/>
          </a:lvl4pPr>
          <a:lvl5pPr marL="1143000" indent="-285750" algn="l">
            <a:defRPr sz="3800"/>
          </a:lvl5pPr>
          <a:lvl6pPr marL="1428750" indent="-285750" algn="l">
            <a:defRPr sz="3800"/>
          </a:lvl6pPr>
          <a:lvl7pPr marL="1714500" indent="-285750" algn="l">
            <a:defRPr sz="3800"/>
          </a:lvl7pPr>
          <a:lvl8pPr marL="2000250" indent="-285750" algn="l">
            <a:defRPr sz="3800"/>
          </a:lvl8pPr>
          <a:lvl9pPr marL="2286000" indent="-285750" algn="l">
            <a:defRPr sz="38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>
              <a:solidFill>
                <a:schemeClr val="dk1"/>
              </a:solidFill>
            </a:rPr>
            <a:t>Simulación de escenarios.</a:t>
          </a:r>
          <a:endParaRPr lang="es-CO">
            <a:solidFill>
              <a:schemeClr val="dk1"/>
            </a:solidFill>
          </a:endParaRPr>
        </a:p>
      </dsp:txBody>
      <dsp:txXfrm>
        <a:off x="10707279" y="-6017"/>
        <a:ext cx="5944739" cy="3854694"/>
      </dsp:txXfrm>
    </dsp:sp>
    <dsp:sp modelId="{520D87F4-57CB-40A4-8018-80C3AA6BD23E}">
      <dsp:nvSpPr>
        <dsp:cNvPr id="5" name="Rectángulo redondeado 4"/>
        <dsp:cNvSpPr/>
      </dsp:nvSpPr>
      <dsp:spPr bwMode="white">
        <a:xfrm>
          <a:off x="10707279" y="8185208"/>
          <a:ext cx="5944739" cy="3854694"/>
        </a:xfrm>
        <a:prstGeom prst="roundRect">
          <a:avLst>
            <a:gd name="adj" fmla="val 10000"/>
          </a:avLst>
        </a:prstGeom>
      </dsp:spPr>
      <dsp:style>
        <a:lnRef idx="2">
          <a:schemeClr val="accent2">
            <a:hueOff val="-999999"/>
            <a:satOff val="-55947"/>
            <a:lumOff val="5752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vert="horz" wrap="square" lIns="186690" tIns="186690" rIns="186690" bIns="186690" anchor="t"/>
        <a:lstStyle>
          <a:lvl1pPr algn="l">
            <a:defRPr sz="4900"/>
          </a:lvl1pPr>
          <a:lvl2pPr marL="285750" indent="-285750" algn="l">
            <a:defRPr sz="3800"/>
          </a:lvl2pPr>
          <a:lvl3pPr marL="571500" indent="-285750" algn="l">
            <a:defRPr sz="3800"/>
          </a:lvl3pPr>
          <a:lvl4pPr marL="857250" indent="-285750" algn="l">
            <a:defRPr sz="3800"/>
          </a:lvl4pPr>
          <a:lvl5pPr marL="1143000" indent="-285750" algn="l">
            <a:defRPr sz="3800"/>
          </a:lvl5pPr>
          <a:lvl6pPr marL="1428750" indent="-285750" algn="l">
            <a:defRPr sz="3800"/>
          </a:lvl6pPr>
          <a:lvl7pPr marL="1714500" indent="-285750" algn="l">
            <a:defRPr sz="3800"/>
          </a:lvl7pPr>
          <a:lvl8pPr marL="2000250" indent="-285750" algn="l">
            <a:defRPr sz="3800"/>
          </a:lvl8pPr>
          <a:lvl9pPr marL="2286000" indent="-285750" algn="l">
            <a:defRPr sz="38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>
              <a:solidFill>
                <a:schemeClr val="dk1"/>
              </a:solidFill>
            </a:rPr>
            <a:t>Integración de técnicas analíticas</a:t>
          </a:r>
          <a:endParaRPr lang="es-CO">
            <a:solidFill>
              <a:schemeClr val="dk1"/>
            </a:solidFill>
          </a:endParaRPr>
        </a:p>
      </dsp:txBody>
      <dsp:txXfrm>
        <a:off x="10707279" y="8185208"/>
        <a:ext cx="5944739" cy="3854694"/>
      </dsp:txXfrm>
    </dsp:sp>
    <dsp:sp modelId="{E4870E0E-A6D5-4713-B223-40F7B112FE29}">
      <dsp:nvSpPr>
        <dsp:cNvPr id="6" name="Rectángulo redondeado 5"/>
        <dsp:cNvSpPr/>
      </dsp:nvSpPr>
      <dsp:spPr bwMode="white">
        <a:xfrm>
          <a:off x="1007967" y="8185208"/>
          <a:ext cx="5944739" cy="3854694"/>
        </a:xfrm>
        <a:prstGeom prst="roundRect">
          <a:avLst>
            <a:gd name="adj" fmla="val 10000"/>
          </a:avLst>
        </a:prstGeom>
      </dsp:spPr>
      <dsp:style>
        <a:lnRef idx="2">
          <a:schemeClr val="accent2">
            <a:hueOff val="-1500000"/>
            <a:satOff val="-83921"/>
            <a:lumOff val="8627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vert="horz" wrap="square" lIns="186690" tIns="186690" rIns="186690" bIns="186690" anchor="t"/>
        <a:lstStyle>
          <a:lvl1pPr algn="l">
            <a:defRPr sz="4900"/>
          </a:lvl1pPr>
          <a:lvl2pPr marL="285750" indent="-285750" algn="l">
            <a:defRPr sz="3800"/>
          </a:lvl2pPr>
          <a:lvl3pPr marL="571500" indent="-285750" algn="l">
            <a:defRPr sz="3800"/>
          </a:lvl3pPr>
          <a:lvl4pPr marL="857250" indent="-285750" algn="l">
            <a:defRPr sz="3800"/>
          </a:lvl4pPr>
          <a:lvl5pPr marL="1143000" indent="-285750" algn="l">
            <a:defRPr sz="3800"/>
          </a:lvl5pPr>
          <a:lvl6pPr marL="1428750" indent="-285750" algn="l">
            <a:defRPr sz="3800"/>
          </a:lvl6pPr>
          <a:lvl7pPr marL="1714500" indent="-285750" algn="l">
            <a:defRPr sz="3800"/>
          </a:lvl7pPr>
          <a:lvl8pPr marL="2000250" indent="-285750" algn="l">
            <a:defRPr sz="3800"/>
          </a:lvl8pPr>
          <a:lvl9pPr marL="2286000" indent="-285750" algn="l">
            <a:defRPr sz="38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>
              <a:solidFill>
                <a:schemeClr val="dk1"/>
              </a:solidFill>
            </a:rPr>
            <a:t>Planificación de actividades y uso eficiente de recursos</a:t>
          </a:r>
          <a:endParaRPr lang="es-CO">
            <a:solidFill>
              <a:schemeClr val="dk1"/>
            </a:solidFill>
          </a:endParaRPr>
        </a:p>
      </dsp:txBody>
      <dsp:txXfrm>
        <a:off x="1007967" y="8185208"/>
        <a:ext cx="5944739" cy="3854694"/>
      </dsp:txXfrm>
    </dsp:sp>
    <dsp:sp modelId="{CB21194F-3AA0-4537-B510-24AFB3861FB2}">
      <dsp:nvSpPr>
        <dsp:cNvPr id="7" name="Circular 6"/>
        <dsp:cNvSpPr/>
      </dsp:nvSpPr>
      <dsp:spPr bwMode="white">
        <a:xfrm>
          <a:off x="3498981" y="685931"/>
          <a:ext cx="5210672" cy="5210672"/>
        </a:xfrm>
        <a:prstGeom prst="pieWedge">
          <a:avLst/>
        </a:prstGeom>
      </dsp:spPr>
      <dsp:style>
        <a:lnRef idx="2">
          <a:schemeClr val="lt1"/>
        </a:lnRef>
        <a:fillRef idx="1">
          <a:schemeClr val="accent2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98704" tIns="298704" rIns="298704" bIns="298704" anchor="ctr"/>
        <a:lstStyle>
          <a:lvl1pPr algn="ctr">
            <a:defRPr sz="4200"/>
          </a:lvl1pPr>
          <a:lvl2pPr marL="285750" indent="-285750" algn="ctr">
            <a:defRPr sz="3200"/>
          </a:lvl2pPr>
          <a:lvl3pPr marL="571500" indent="-285750" algn="ctr">
            <a:defRPr sz="3200"/>
          </a:lvl3pPr>
          <a:lvl4pPr marL="857250" indent="-285750" algn="ctr">
            <a:defRPr sz="3200"/>
          </a:lvl4pPr>
          <a:lvl5pPr marL="1143000" indent="-285750" algn="ctr">
            <a:defRPr sz="3200"/>
          </a:lvl5pPr>
          <a:lvl6pPr marL="1428750" indent="-285750" algn="ctr">
            <a:defRPr sz="3200"/>
          </a:lvl6pPr>
          <a:lvl7pPr marL="1714500" indent="-285750" algn="ctr">
            <a:defRPr sz="3200"/>
          </a:lvl7pPr>
          <a:lvl8pPr marL="2000250" indent="-285750" algn="ctr">
            <a:defRPr sz="3200"/>
          </a:lvl8pPr>
          <a:lvl9pPr marL="2286000" indent="-285750" algn="ctr">
            <a:defRPr sz="3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s-CO" altLang="es-MX" dirty="0"/>
            <a:t>Machine Learning</a:t>
          </a:r>
          <a:endParaRPr lang="es-CO" altLang="es-MX" dirty="0"/>
        </a:p>
      </dsp:txBody>
      <dsp:txXfrm>
        <a:off x="3498981" y="685931"/>
        <a:ext cx="5210672" cy="5210672"/>
      </dsp:txXfrm>
    </dsp:sp>
    <dsp:sp modelId="{D9470E08-F6F0-4524-B40F-739C6DE28A97}">
      <dsp:nvSpPr>
        <dsp:cNvPr id="8" name="Circular 7"/>
        <dsp:cNvSpPr/>
      </dsp:nvSpPr>
      <dsp:spPr bwMode="white">
        <a:xfrm rot="5400000">
          <a:off x="8950331" y="685931"/>
          <a:ext cx="5210672" cy="5210672"/>
        </a:xfrm>
        <a:prstGeom prst="pieWedge">
          <a:avLst/>
        </a:prstGeom>
      </dsp:spPr>
      <dsp:style>
        <a:lnRef idx="2">
          <a:schemeClr val="lt1"/>
        </a:lnRef>
        <a:fillRef idx="1">
          <a:schemeClr val="accent2">
            <a:hueOff val="-499999"/>
            <a:satOff val="-27973"/>
            <a:lumOff val="2876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rot="-5400000" vert="horz" wrap="square" lIns="298704" tIns="298704" rIns="298704" bIns="298704" anchor="ctr"/>
        <a:lstStyle>
          <a:lvl1pPr algn="ctr">
            <a:defRPr sz="4200"/>
          </a:lvl1pPr>
          <a:lvl2pPr marL="285750" indent="-285750" algn="ctr">
            <a:defRPr sz="3200"/>
          </a:lvl2pPr>
          <a:lvl3pPr marL="571500" indent="-285750" algn="ctr">
            <a:defRPr sz="3200"/>
          </a:lvl3pPr>
          <a:lvl4pPr marL="857250" indent="-285750" algn="ctr">
            <a:defRPr sz="3200"/>
          </a:lvl4pPr>
          <a:lvl5pPr marL="1143000" indent="-285750" algn="ctr">
            <a:defRPr sz="3200"/>
          </a:lvl5pPr>
          <a:lvl6pPr marL="1428750" indent="-285750" algn="ctr">
            <a:defRPr sz="3200"/>
          </a:lvl6pPr>
          <a:lvl7pPr marL="1714500" indent="-285750" algn="ctr">
            <a:defRPr sz="3200"/>
          </a:lvl7pPr>
          <a:lvl8pPr marL="2000250" indent="-285750" algn="ctr">
            <a:defRPr sz="3200"/>
          </a:lvl8pPr>
          <a:lvl9pPr marL="2286000" indent="-285750" algn="ctr">
            <a:defRPr sz="3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s-CO" altLang="es-MX" dirty="0"/>
            <a:t>Datos Sintéticos</a:t>
          </a:r>
          <a:endParaRPr lang="es-CO" altLang="es-MX" dirty="0"/>
        </a:p>
      </dsp:txBody>
      <dsp:txXfrm rot="5400000">
        <a:off x="8950331" y="685931"/>
        <a:ext cx="5210672" cy="5210672"/>
      </dsp:txXfrm>
    </dsp:sp>
    <dsp:sp modelId="{8BEB725D-E86B-4759-9473-F0522E75CF7B}">
      <dsp:nvSpPr>
        <dsp:cNvPr id="9" name="Circular 8"/>
        <dsp:cNvSpPr/>
      </dsp:nvSpPr>
      <dsp:spPr bwMode="white">
        <a:xfrm rot="10800000">
          <a:off x="8950331" y="6137281"/>
          <a:ext cx="5210672" cy="5210672"/>
        </a:xfrm>
        <a:prstGeom prst="pieWedge">
          <a:avLst/>
        </a:prstGeom>
      </dsp:spPr>
      <dsp:style>
        <a:lnRef idx="2">
          <a:schemeClr val="lt1"/>
        </a:lnRef>
        <a:fillRef idx="1">
          <a:schemeClr val="accent2">
            <a:hueOff val="-999999"/>
            <a:satOff val="-55947"/>
            <a:lumOff val="5752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rot="10800000" vert="horz" wrap="square" lIns="298704" tIns="298704" rIns="298704" bIns="298704" anchor="ctr"/>
        <a:lstStyle>
          <a:lvl1pPr algn="ctr">
            <a:defRPr sz="4200"/>
          </a:lvl1pPr>
          <a:lvl2pPr marL="285750" indent="-285750" algn="ctr">
            <a:defRPr sz="3200"/>
          </a:lvl2pPr>
          <a:lvl3pPr marL="571500" indent="-285750" algn="ctr">
            <a:defRPr sz="3200"/>
          </a:lvl3pPr>
          <a:lvl4pPr marL="857250" indent="-285750" algn="ctr">
            <a:defRPr sz="3200"/>
          </a:lvl4pPr>
          <a:lvl5pPr marL="1143000" indent="-285750" algn="ctr">
            <a:defRPr sz="3200"/>
          </a:lvl5pPr>
          <a:lvl6pPr marL="1428750" indent="-285750" algn="ctr">
            <a:defRPr sz="3200"/>
          </a:lvl6pPr>
          <a:lvl7pPr marL="1714500" indent="-285750" algn="ctr">
            <a:defRPr sz="3200"/>
          </a:lvl7pPr>
          <a:lvl8pPr marL="2000250" indent="-285750" algn="ctr">
            <a:defRPr sz="3200"/>
          </a:lvl8pPr>
          <a:lvl9pPr marL="2286000" indent="-285750" algn="ctr">
            <a:defRPr sz="3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s-CO" dirty="0"/>
            <a:t>Analítica aplicada al sector farmacéutico</a:t>
          </a:r>
          <a:endParaRPr lang="es-CO" dirty="0"/>
        </a:p>
      </dsp:txBody>
      <dsp:txXfrm rot="10800000">
        <a:off x="8950331" y="6137281"/>
        <a:ext cx="5210672" cy="5210672"/>
      </dsp:txXfrm>
    </dsp:sp>
    <dsp:sp modelId="{69A85F0A-3823-4BF9-9DAD-03AEF94F24D5}">
      <dsp:nvSpPr>
        <dsp:cNvPr id="10" name="Circular 9"/>
        <dsp:cNvSpPr/>
      </dsp:nvSpPr>
      <dsp:spPr bwMode="white">
        <a:xfrm rot="16200000">
          <a:off x="3498981" y="6137281"/>
          <a:ext cx="5210672" cy="5210672"/>
        </a:xfrm>
        <a:prstGeom prst="pieWedge">
          <a:avLst/>
        </a:prstGeom>
      </dsp:spPr>
      <dsp:style>
        <a:lnRef idx="2">
          <a:schemeClr val="lt1"/>
        </a:lnRef>
        <a:fillRef idx="1">
          <a:schemeClr val="accent2">
            <a:hueOff val="-1500000"/>
            <a:satOff val="-83921"/>
            <a:lumOff val="8627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rot="5400000" vert="horz" wrap="square" lIns="298704" tIns="298704" rIns="298704" bIns="298704" anchor="ctr"/>
        <a:lstStyle>
          <a:lvl1pPr algn="ctr">
            <a:defRPr sz="4200"/>
          </a:lvl1pPr>
          <a:lvl2pPr marL="285750" indent="-285750" algn="ctr">
            <a:defRPr sz="3200"/>
          </a:lvl2pPr>
          <a:lvl3pPr marL="571500" indent="-285750" algn="ctr">
            <a:defRPr sz="3200"/>
          </a:lvl3pPr>
          <a:lvl4pPr marL="857250" indent="-285750" algn="ctr">
            <a:defRPr sz="3200"/>
          </a:lvl4pPr>
          <a:lvl5pPr marL="1143000" indent="-285750" algn="ctr">
            <a:defRPr sz="3200"/>
          </a:lvl5pPr>
          <a:lvl6pPr marL="1428750" indent="-285750" algn="ctr">
            <a:defRPr sz="3200"/>
          </a:lvl6pPr>
          <a:lvl7pPr marL="1714500" indent="-285750" algn="ctr">
            <a:defRPr sz="3200"/>
          </a:lvl7pPr>
          <a:lvl8pPr marL="2000250" indent="-285750" algn="ctr">
            <a:defRPr sz="3200"/>
          </a:lvl8pPr>
          <a:lvl9pPr marL="2286000" indent="-285750" algn="ctr">
            <a:defRPr sz="3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s-CO" altLang="es-MX" dirty="0"/>
            <a:t>Gestión y optimización por procesos</a:t>
          </a:r>
          <a:endParaRPr lang="es-CO" altLang="es-MX" dirty="0"/>
        </a:p>
      </dsp:txBody>
      <dsp:txXfrm rot="16200000">
        <a:off x="3498981" y="6137281"/>
        <a:ext cx="5210672" cy="5210672"/>
      </dsp:txXfrm>
    </dsp:sp>
    <dsp:sp modelId="{8BC084D6-A173-4BEA-A34E-C72D037E213B}">
      <dsp:nvSpPr>
        <dsp:cNvPr id="11" name="Flecha circular 10"/>
        <dsp:cNvSpPr/>
      </dsp:nvSpPr>
      <dsp:spPr bwMode="white">
        <a:xfrm>
          <a:off x="7930460" y="4933893"/>
          <a:ext cx="1799066" cy="1564405"/>
        </a:xfrm>
        <a:prstGeom prst="circularArrow">
          <a:avLst/>
        </a:prstGeom>
      </dsp:spPr>
      <dsp:style>
        <a:lnRef idx="2">
          <a:schemeClr val="lt1"/>
        </a:lnRef>
        <a:fillRef idx="1">
          <a:schemeClr val="accent2">
            <a:tint val="40000"/>
          </a:schemeClr>
        </a:fillRef>
        <a:effectRef idx="0">
          <a:scrgbClr r="0" g="0" b="0"/>
        </a:effectRef>
        <a:fontRef idx="minor"/>
      </dsp:style>
      <dsp:txXfrm>
        <a:off x="7930460" y="4933893"/>
        <a:ext cx="1799066" cy="1564405"/>
      </dsp:txXfrm>
    </dsp:sp>
    <dsp:sp modelId="{7C28098A-88A0-4518-84CE-A4375A98A641}">
      <dsp:nvSpPr>
        <dsp:cNvPr id="12" name="Flecha circular 11"/>
        <dsp:cNvSpPr/>
      </dsp:nvSpPr>
      <dsp:spPr bwMode="white">
        <a:xfrm rot="10800000">
          <a:off x="7930460" y="5535587"/>
          <a:ext cx="1799066" cy="1564405"/>
        </a:xfrm>
        <a:prstGeom prst="circularArrow">
          <a:avLst/>
        </a:prstGeom>
      </dsp:spPr>
      <dsp:style>
        <a:lnRef idx="2">
          <a:schemeClr val="lt1"/>
        </a:lnRef>
        <a:fillRef idx="1">
          <a:schemeClr val="accent2">
            <a:tint val="40000"/>
          </a:schemeClr>
        </a:fillRef>
        <a:effectRef idx="0">
          <a:scrgbClr r="0" g="0" b="0"/>
        </a:effectRef>
        <a:fontRef idx="minor"/>
      </dsp:style>
      <dsp:txXfrm rot="10800000">
        <a:off x="7930460" y="5535587"/>
        <a:ext cx="1799066" cy="15644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type="chevron" r:blip="" rot="90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ound2SameRect" r:blip="" rot="90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ound2SameRect" r:blip="" rot="-90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vertAlign" val="none"/>
                  <dgm:param type="horz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vertAlign" val="none"/>
                  <dgm:param type="horz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vertAlign" val="none"/>
                  <dgm:param type="horz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vertAlign" val="none"/>
                  <dgm:param type="horz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type="pieWedge" r:blip="" rot="90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type="pieWedge" r:blip="" rot="90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type="pieWedge" r:blip="" rot="180">
                  <dgm:adjLst/>
                </dgm:shape>
              </dgm:if>
              <dgm:else name="Name40">
                <dgm:shape xmlns:r="http://schemas.openxmlformats.org/officeDocument/2006/relationships" type="pieWedge" r:blip="" rot="270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type="pieWedge" r:blip="" rot="270">
                  <dgm:adjLst/>
                </dgm:shape>
              </dgm:if>
              <dgm:else name="Name43">
                <dgm:shape xmlns:r="http://schemas.openxmlformats.org/officeDocument/2006/relationships" type="pieWedge" r:blip="" rot="180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type="leftCircularArrow" r:blip="" rot="180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type="circularArrow" r:blip="" rot="180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3853" y="2386361"/>
            <a:ext cx="11183279" cy="4875828"/>
          </a:xfrm>
        </p:spPr>
        <p:txBody>
          <a:bodyPr wrap="square" anchor="b">
            <a:noAutofit/>
          </a:bodyPr>
          <a:lstStyle>
            <a:lvl1pPr algn="l">
              <a:defRPr sz="8000" b="1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93853" y="7737478"/>
            <a:ext cx="11183279" cy="3587868"/>
          </a:xfrm>
        </p:spPr>
        <p:txBody>
          <a:bodyPr/>
          <a:lstStyle>
            <a:lvl1pPr marL="0" indent="0" algn="l">
              <a:buNone/>
              <a:defRPr sz="5200">
                <a:solidFill>
                  <a:schemeClr val="bg1"/>
                </a:solidFill>
              </a:defRPr>
            </a:lvl1pPr>
            <a:lvl2pPr marL="990600" indent="0" algn="ctr">
              <a:buNone/>
              <a:defRPr sz="4335"/>
            </a:lvl2pPr>
            <a:lvl3pPr marL="1981200" indent="0" algn="ctr">
              <a:buNone/>
              <a:defRPr sz="3900"/>
            </a:lvl3pPr>
            <a:lvl4pPr marL="2972435" indent="0" algn="ctr">
              <a:buNone/>
              <a:defRPr sz="3465"/>
            </a:lvl4pPr>
            <a:lvl5pPr marL="3963035" indent="0" algn="ctr">
              <a:buNone/>
              <a:defRPr sz="3465"/>
            </a:lvl5pPr>
            <a:lvl6pPr marL="4953635" indent="0" algn="ctr">
              <a:buNone/>
              <a:defRPr sz="3465"/>
            </a:lvl6pPr>
            <a:lvl7pPr marL="5944235" indent="0" algn="ctr">
              <a:buNone/>
              <a:defRPr sz="3465"/>
            </a:lvl7pPr>
            <a:lvl8pPr marL="6934835" indent="0" algn="ctr">
              <a:buNone/>
              <a:defRPr sz="3465"/>
            </a:lvl8pPr>
            <a:lvl9pPr marL="7925435" indent="0" algn="ctr">
              <a:buNone/>
              <a:defRPr sz="3465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76293" y="3134659"/>
            <a:ext cx="23448577" cy="251552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676292" y="6187949"/>
            <a:ext cx="23448577" cy="699279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2854712" y="2577098"/>
            <a:ext cx="24820175" cy="206181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idx="1" hasCustomPrompt="1"/>
          </p:nvPr>
        </p:nvSpPr>
        <p:spPr>
          <a:xfrm>
            <a:off x="2854712" y="5092620"/>
            <a:ext cx="24820175" cy="56794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2854712" y="2577098"/>
            <a:ext cx="24820175" cy="206181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idx="1" hasCustomPrompt="1"/>
          </p:nvPr>
        </p:nvSpPr>
        <p:spPr>
          <a:xfrm>
            <a:off x="2854712" y="5092620"/>
            <a:ext cx="24820175" cy="56794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  <a:endParaRPr lang="es-ES" dirty="0"/>
          </a:p>
          <a:p>
            <a:pPr lvl="1"/>
            <a:r>
              <a:rPr lang="es-ES" dirty="0"/>
              <a:t>Segundo nivel</a:t>
            </a:r>
            <a:endParaRPr lang="es-ES" dirty="0"/>
          </a:p>
          <a:p>
            <a:pPr lvl="2"/>
            <a:r>
              <a:rPr lang="es-ES" dirty="0"/>
              <a:t>Tercer nivel</a:t>
            </a:r>
            <a:endParaRPr lang="es-ES" dirty="0"/>
          </a:p>
          <a:p>
            <a:pPr lvl="3"/>
            <a:r>
              <a:rPr lang="es-ES" dirty="0"/>
              <a:t>Cuarto nivel</a:t>
            </a:r>
            <a:endParaRPr lang="es-ES" dirty="0"/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image" Target="../media/image3.jpeg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54712" y="2577098"/>
            <a:ext cx="24820175" cy="206181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54712" y="5092620"/>
            <a:ext cx="24820175" cy="56794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  <a:endParaRPr lang="es-ES" dirty="0"/>
          </a:p>
          <a:p>
            <a:pPr lvl="1"/>
            <a:r>
              <a:rPr lang="es-ES" dirty="0"/>
              <a:t>Segundo nivel</a:t>
            </a:r>
            <a:endParaRPr lang="es-ES" dirty="0"/>
          </a:p>
          <a:p>
            <a:pPr lvl="2"/>
            <a:r>
              <a:rPr lang="es-ES" dirty="0"/>
              <a:t>Tercer nivel</a:t>
            </a:r>
            <a:endParaRPr lang="es-ES" dirty="0"/>
          </a:p>
          <a:p>
            <a:pPr lvl="3"/>
            <a:r>
              <a:rPr lang="es-ES" dirty="0"/>
              <a:t>Cuarto nivel</a:t>
            </a:r>
            <a:endParaRPr lang="es-ES" dirty="0"/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1981200" rtl="0" eaLnBrk="1" latinLnBrk="0" hangingPunct="1">
        <a:lnSpc>
          <a:spcPct val="90000"/>
        </a:lnSpc>
        <a:spcBef>
          <a:spcPct val="0"/>
        </a:spcBef>
        <a:buNone/>
        <a:defRPr sz="8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95300" indent="-495300" algn="l" defTabSz="1981200" rtl="0" eaLnBrk="1" latinLnBrk="0" hangingPunct="1">
        <a:lnSpc>
          <a:spcPct val="90000"/>
        </a:lnSpc>
        <a:spcBef>
          <a:spcPts val="2165"/>
        </a:spcBef>
        <a:buFont typeface="Arial" panose="020B0604020202020204" pitchFamily="34" charset="0"/>
        <a:buChar char="•"/>
        <a:defRPr sz="6065" kern="1200">
          <a:solidFill>
            <a:schemeClr val="tx1"/>
          </a:solidFill>
          <a:latin typeface="+mn-lt"/>
          <a:ea typeface="+mn-ea"/>
          <a:cs typeface="+mn-cs"/>
        </a:defRPr>
      </a:lvl1pPr>
      <a:lvl2pPr marL="1485900" indent="-495300" algn="l" defTabSz="1981200" rtl="0" eaLnBrk="1" latinLnBrk="0" hangingPunct="1">
        <a:lnSpc>
          <a:spcPct val="90000"/>
        </a:lnSpc>
        <a:spcBef>
          <a:spcPts val="1085"/>
        </a:spcBef>
        <a:buFont typeface="Arial" panose="020B0604020202020204" pitchFamily="34" charset="0"/>
        <a:buChar char="•"/>
        <a:defRPr sz="5200" kern="1200">
          <a:solidFill>
            <a:schemeClr val="tx1"/>
          </a:solidFill>
          <a:latin typeface="+mn-lt"/>
          <a:ea typeface="+mn-ea"/>
          <a:cs typeface="+mn-cs"/>
        </a:defRPr>
      </a:lvl2pPr>
      <a:lvl3pPr marL="2476500" indent="-495300" algn="l" defTabSz="1981200" rtl="0" eaLnBrk="1" latinLnBrk="0" hangingPunct="1">
        <a:lnSpc>
          <a:spcPct val="90000"/>
        </a:lnSpc>
        <a:spcBef>
          <a:spcPts val="1085"/>
        </a:spcBef>
        <a:buFont typeface="Arial" panose="020B0604020202020204" pitchFamily="34" charset="0"/>
        <a:buChar char="•"/>
        <a:defRPr sz="4335" kern="1200">
          <a:solidFill>
            <a:schemeClr val="tx1"/>
          </a:solidFill>
          <a:latin typeface="+mn-lt"/>
          <a:ea typeface="+mn-ea"/>
          <a:cs typeface="+mn-cs"/>
        </a:defRPr>
      </a:lvl3pPr>
      <a:lvl4pPr marL="3467735" indent="-495300" algn="l" defTabSz="1981200" rtl="0" eaLnBrk="1" latinLnBrk="0" hangingPunct="1">
        <a:lnSpc>
          <a:spcPct val="90000"/>
        </a:lnSpc>
        <a:spcBef>
          <a:spcPts val="1085"/>
        </a:spcBef>
        <a:buFont typeface="Arial" panose="020B0604020202020204" pitchFamily="34" charset="0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4pPr>
      <a:lvl5pPr marL="4458335" indent="-495300" algn="l" defTabSz="1981200" rtl="0" eaLnBrk="1" latinLnBrk="0" hangingPunct="1">
        <a:lnSpc>
          <a:spcPct val="90000"/>
        </a:lnSpc>
        <a:spcBef>
          <a:spcPts val="1085"/>
        </a:spcBef>
        <a:buFont typeface="Arial" panose="020B0604020202020204" pitchFamily="34" charset="0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5pPr>
      <a:lvl6pPr marL="5448935" indent="-495300" algn="l" defTabSz="1981200" rtl="0" eaLnBrk="1" latinLnBrk="0" hangingPunct="1">
        <a:lnSpc>
          <a:spcPct val="90000"/>
        </a:lnSpc>
        <a:spcBef>
          <a:spcPts val="1085"/>
        </a:spcBef>
        <a:buFont typeface="Arial" panose="020B0604020202020204" pitchFamily="34" charset="0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6pPr>
      <a:lvl7pPr marL="6439535" indent="-495300" algn="l" defTabSz="1981200" rtl="0" eaLnBrk="1" latinLnBrk="0" hangingPunct="1">
        <a:lnSpc>
          <a:spcPct val="90000"/>
        </a:lnSpc>
        <a:spcBef>
          <a:spcPts val="1085"/>
        </a:spcBef>
        <a:buFont typeface="Arial" panose="020B0604020202020204" pitchFamily="34" charset="0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7pPr>
      <a:lvl8pPr marL="7430135" indent="-495300" algn="l" defTabSz="1981200" rtl="0" eaLnBrk="1" latinLnBrk="0" hangingPunct="1">
        <a:lnSpc>
          <a:spcPct val="90000"/>
        </a:lnSpc>
        <a:spcBef>
          <a:spcPts val="1085"/>
        </a:spcBef>
        <a:buFont typeface="Arial" panose="020B0604020202020204" pitchFamily="34" charset="0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8pPr>
      <a:lvl9pPr marL="8420735" indent="-495300" algn="l" defTabSz="1981200" rtl="0" eaLnBrk="1" latinLnBrk="0" hangingPunct="1">
        <a:lnSpc>
          <a:spcPct val="90000"/>
        </a:lnSpc>
        <a:spcBef>
          <a:spcPts val="1085"/>
        </a:spcBef>
        <a:buFont typeface="Arial" panose="020B0604020202020204" pitchFamily="34" charset="0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81200" rtl="0" eaLnBrk="1" latinLnBrk="0" hangingPunct="1">
        <a:defRPr sz="390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algn="l" defTabSz="1981200" rtl="0" eaLnBrk="1" latinLnBrk="0" hangingPunct="1">
        <a:defRPr sz="3900" kern="1200">
          <a:solidFill>
            <a:schemeClr val="tx1"/>
          </a:solidFill>
          <a:latin typeface="+mn-lt"/>
          <a:ea typeface="+mn-ea"/>
          <a:cs typeface="+mn-cs"/>
        </a:defRPr>
      </a:lvl2pPr>
      <a:lvl3pPr marL="1981200" algn="l" defTabSz="1981200" rtl="0" eaLnBrk="1" latinLnBrk="0" hangingPunct="1">
        <a:defRPr sz="3900" kern="1200">
          <a:solidFill>
            <a:schemeClr val="tx1"/>
          </a:solidFill>
          <a:latin typeface="+mn-lt"/>
          <a:ea typeface="+mn-ea"/>
          <a:cs typeface="+mn-cs"/>
        </a:defRPr>
      </a:lvl3pPr>
      <a:lvl4pPr marL="2972435" algn="l" defTabSz="1981200" rtl="0" eaLnBrk="1" latinLnBrk="0" hangingPunct="1">
        <a:defRPr sz="3900" kern="1200">
          <a:solidFill>
            <a:schemeClr val="tx1"/>
          </a:solidFill>
          <a:latin typeface="+mn-lt"/>
          <a:ea typeface="+mn-ea"/>
          <a:cs typeface="+mn-cs"/>
        </a:defRPr>
      </a:lvl4pPr>
      <a:lvl5pPr marL="3963035" algn="l" defTabSz="1981200" rtl="0" eaLnBrk="1" latinLnBrk="0" hangingPunct="1">
        <a:defRPr sz="3900" kern="1200">
          <a:solidFill>
            <a:schemeClr val="tx1"/>
          </a:solidFill>
          <a:latin typeface="+mn-lt"/>
          <a:ea typeface="+mn-ea"/>
          <a:cs typeface="+mn-cs"/>
        </a:defRPr>
      </a:lvl5pPr>
      <a:lvl6pPr marL="4953635" algn="l" defTabSz="1981200" rtl="0" eaLnBrk="1" latinLnBrk="0" hangingPunct="1">
        <a:defRPr sz="3900" kern="1200">
          <a:solidFill>
            <a:schemeClr val="tx1"/>
          </a:solidFill>
          <a:latin typeface="+mn-lt"/>
          <a:ea typeface="+mn-ea"/>
          <a:cs typeface="+mn-cs"/>
        </a:defRPr>
      </a:lvl6pPr>
      <a:lvl7pPr marL="5944235" algn="l" defTabSz="1981200" rtl="0" eaLnBrk="1" latinLnBrk="0" hangingPunct="1">
        <a:defRPr sz="3900" kern="1200">
          <a:solidFill>
            <a:schemeClr val="tx1"/>
          </a:solidFill>
          <a:latin typeface="+mn-lt"/>
          <a:ea typeface="+mn-ea"/>
          <a:cs typeface="+mn-cs"/>
        </a:defRPr>
      </a:lvl7pPr>
      <a:lvl8pPr marL="6934835" algn="l" defTabSz="1981200" rtl="0" eaLnBrk="1" latinLnBrk="0" hangingPunct="1">
        <a:defRPr sz="3900" kern="1200">
          <a:solidFill>
            <a:schemeClr val="tx1"/>
          </a:solidFill>
          <a:latin typeface="+mn-lt"/>
          <a:ea typeface="+mn-ea"/>
          <a:cs typeface="+mn-cs"/>
        </a:defRPr>
      </a:lvl8pPr>
      <a:lvl9pPr marL="7925435" algn="l" defTabSz="1981200" rtl="0" eaLnBrk="1" latinLnBrk="0" hangingPunct="1">
        <a:defRPr sz="3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2.xml"/><Relationship Id="rId4" Type="http://schemas.openxmlformats.org/officeDocument/2006/relationships/diagramColors" Target="../diagrams/colors2.xml"/><Relationship Id="rId3" Type="http://schemas.openxmlformats.org/officeDocument/2006/relationships/diagramQuickStyle" Target="../diagrams/quickStyle2.xml"/><Relationship Id="rId2" Type="http://schemas.openxmlformats.org/officeDocument/2006/relationships/diagramLayout" Target="../diagrams/layout2.xml"/><Relationship Id="rId1" Type="http://schemas.openxmlformats.org/officeDocument/2006/relationships/diagramData" Target="../diagrams/data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93853" y="3859561"/>
            <a:ext cx="11183279" cy="4875828"/>
          </a:xfrm>
        </p:spPr>
        <p:txBody>
          <a:bodyPr/>
          <a:lstStyle/>
          <a:p>
            <a:pPr algn="ctr"/>
            <a:r>
              <a:rPr lang="en-US" altLang="es-ES" dirty="0"/>
              <a:t>Modelo predictivo con datos sint</a:t>
            </a:r>
            <a:r>
              <a:rPr lang="en-US" altLang="en-US" dirty="0"/>
              <a:t>é</a:t>
            </a:r>
            <a:r>
              <a:rPr lang="en-US" altLang="es-ES" dirty="0"/>
              <a:t>ticos para la optimizaci</a:t>
            </a:r>
            <a:r>
              <a:rPr lang="en-US" altLang="en-US" dirty="0"/>
              <a:t>ó</a:t>
            </a:r>
            <a:r>
              <a:rPr lang="en-US" altLang="es-ES" dirty="0"/>
              <a:t>n de recursos en laboratorios farmac</a:t>
            </a:r>
            <a:r>
              <a:rPr lang="en-US" altLang="en-US" dirty="0"/>
              <a:t>é</a:t>
            </a:r>
            <a:r>
              <a:rPr lang="en-US" altLang="es-ES" dirty="0"/>
              <a:t>uticos.</a:t>
            </a:r>
            <a:endParaRPr lang="en-US" alt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993853" y="9439278"/>
            <a:ext cx="11183279" cy="3587868"/>
          </a:xfrm>
        </p:spPr>
        <p:txBody>
          <a:bodyPr/>
          <a:lstStyle/>
          <a:p>
            <a:r>
              <a:rPr lang="es-CO" altLang="es-MX" dirty="0"/>
              <a:t>Aldair Cétares Barrios</a:t>
            </a:r>
            <a:endParaRPr lang="es-CO" altLang="es-MX" dirty="0"/>
          </a:p>
          <a:p>
            <a:r>
              <a:rPr lang="es-CO" altLang="es-MX" dirty="0"/>
              <a:t>Carlos Campo Urzola</a:t>
            </a:r>
            <a:endParaRPr lang="es-CO" altLang="es-MX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20668" y="3134659"/>
            <a:ext cx="23448577" cy="2515522"/>
          </a:xfrm>
        </p:spPr>
        <p:txBody>
          <a:bodyPr/>
          <a:lstStyle/>
          <a:p>
            <a:r>
              <a:rPr lang="es-CO" b="1" dirty="0"/>
              <a:t>Introducción</a:t>
            </a:r>
            <a:endParaRPr lang="es-CO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120667" y="5424044"/>
            <a:ext cx="23448577" cy="6992792"/>
          </a:xfrm>
        </p:spPr>
        <p:txBody>
          <a:bodyPr/>
          <a:lstStyle/>
          <a:p>
            <a:pPr marL="0" indent="0" algn="just">
              <a:buNone/>
            </a:pPr>
            <a:r>
              <a:rPr lang="en-US" altLang="es-ES" sz="5400" dirty="0"/>
              <a:t>Los laboratorios farmac</a:t>
            </a:r>
            <a:r>
              <a:rPr lang="en-US" altLang="en-US" sz="5400" dirty="0"/>
              <a:t>é</a:t>
            </a:r>
            <a:r>
              <a:rPr lang="en-US" altLang="es-ES" sz="5400" dirty="0"/>
              <a:t>uticos de control de calidad enfrentan cuellos de botella y decisiones operativas basadas en la experiencia. Este anteproyecto propone aplicar ciencia de datos y aprendizaje autom</a:t>
            </a:r>
            <a:r>
              <a:rPr lang="en-US" altLang="en-US" sz="5400" dirty="0"/>
              <a:t>á</a:t>
            </a:r>
            <a:r>
              <a:rPr lang="en-US" altLang="es-ES" sz="5400" dirty="0"/>
              <a:t>tico, usando datos sint</a:t>
            </a:r>
            <a:r>
              <a:rPr lang="en-US" altLang="en-US" sz="5400" dirty="0"/>
              <a:t>é</a:t>
            </a:r>
            <a:r>
              <a:rPr lang="en-US" altLang="es-ES" sz="5400" dirty="0"/>
              <a:t>ticos, para estimar tiempos de ejecuci</a:t>
            </a:r>
            <a:r>
              <a:rPr lang="en-US" altLang="en-US" sz="5400" dirty="0"/>
              <a:t>ó</a:t>
            </a:r>
            <a:r>
              <a:rPr lang="en-US" altLang="es-ES" sz="5400" dirty="0"/>
              <a:t>n y apoyar la asignaci</a:t>
            </a:r>
            <a:r>
              <a:rPr lang="en-US" altLang="en-US" sz="5400" dirty="0"/>
              <a:t>ó</a:t>
            </a:r>
            <a:r>
              <a:rPr lang="en-US" altLang="es-ES" sz="5400" dirty="0"/>
              <a:t>n de recursos. El alcance se centra en el desarrollo de un prototipo predictivo que fortalezca la gesti</a:t>
            </a:r>
            <a:r>
              <a:rPr lang="en-US" altLang="en-US" sz="5400" dirty="0"/>
              <a:t>ó</a:t>
            </a:r>
            <a:r>
              <a:rPr lang="en-US" altLang="es-ES" sz="5400" dirty="0"/>
              <a:t>n operativa y la toma de decisiones basada en datos.</a:t>
            </a:r>
            <a:endParaRPr lang="en-US" altLang="es-ES" sz="5400" dirty="0"/>
          </a:p>
        </p:txBody>
      </p:sp>
      <p:pic>
        <p:nvPicPr>
          <p:cNvPr id="4" name="Imagen 3"/>
          <p:cNvPicPr/>
          <p:nvPr/>
        </p:nvPicPr>
        <p:blipFill>
          <a:blip r:embed="rId1"/>
          <a:stretch>
            <a:fillRect/>
          </a:stretch>
        </p:blipFill>
        <p:spPr>
          <a:xfrm>
            <a:off x="13962380" y="9983470"/>
            <a:ext cx="6687185" cy="3754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/>
              <a:t>Objetivo General</a:t>
            </a:r>
            <a:endParaRPr lang="es-CO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854077" y="5092620"/>
            <a:ext cx="24820175" cy="5679458"/>
          </a:xfrm>
        </p:spPr>
        <p:txBody>
          <a:bodyPr/>
          <a:lstStyle/>
          <a:p>
            <a:pPr marL="0" indent="0" algn="just">
              <a:buNone/>
            </a:pPr>
            <a:r>
              <a:rPr lang="es-CO" altLang="en-US" dirty="0"/>
              <a:t>Desarrollar</a:t>
            </a:r>
            <a:r>
              <a:rPr lang="en-US" altLang="es-ES" dirty="0"/>
              <a:t> un prototipo de modelo de aprendizaje autom</a:t>
            </a:r>
            <a:r>
              <a:rPr lang="en-US" altLang="en-US" dirty="0"/>
              <a:t>á</a:t>
            </a:r>
            <a:r>
              <a:rPr lang="en-US" altLang="es-ES" dirty="0"/>
              <a:t>tico, entrenado con datos sint</a:t>
            </a:r>
            <a:r>
              <a:rPr lang="en-US" altLang="en-US" dirty="0"/>
              <a:t>é</a:t>
            </a:r>
            <a:r>
              <a:rPr lang="en-US" altLang="es-ES" dirty="0"/>
              <a:t>ticos, que permita predecir la duraci</a:t>
            </a:r>
            <a:r>
              <a:rPr lang="en-US" altLang="en-US" dirty="0"/>
              <a:t>ó</a:t>
            </a:r>
            <a:r>
              <a:rPr lang="en-US" altLang="es-ES" dirty="0"/>
              <a:t>n de actividades anal</a:t>
            </a:r>
            <a:r>
              <a:rPr lang="en-US" altLang="en-US" dirty="0"/>
              <a:t>í</a:t>
            </a:r>
            <a:r>
              <a:rPr lang="en-US" altLang="es-ES" dirty="0"/>
              <a:t>ticas y apoyar la recomendaci</a:t>
            </a:r>
            <a:r>
              <a:rPr lang="en-US" altLang="en-US" dirty="0"/>
              <a:t>ó</a:t>
            </a:r>
            <a:r>
              <a:rPr lang="en-US" altLang="es-ES" dirty="0"/>
              <a:t>n de la asignaci</a:t>
            </a:r>
            <a:r>
              <a:rPr lang="en-US" altLang="en-US" dirty="0"/>
              <a:t>ó</a:t>
            </a:r>
            <a:r>
              <a:rPr lang="en-US" altLang="es-ES" dirty="0"/>
              <a:t>n de recursos humanos y materiales, de acuerdo con la complejidad de la tarea en un laboratorio farmac</a:t>
            </a:r>
            <a:r>
              <a:rPr lang="en-US" altLang="en-US" dirty="0"/>
              <a:t>é</a:t>
            </a:r>
            <a:r>
              <a:rPr lang="en-US" altLang="es-ES" dirty="0"/>
              <a:t>utico.</a:t>
            </a:r>
            <a:endParaRPr lang="en-US" altLang="es-E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/>
              <a:t>Objetivos Específicos</a:t>
            </a:r>
            <a:endParaRPr lang="es-CO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676292" y="5650104"/>
            <a:ext cx="23448577" cy="6992792"/>
          </a:xfrm>
        </p:spPr>
        <p:txBody>
          <a:bodyPr>
            <a:normAutofit fontScale="70000"/>
          </a:bodyPr>
          <a:lstStyle/>
          <a:p>
            <a:pPr marL="457200" lvl="0" indent="-457200" algn="just">
              <a:buFont typeface="+mj-lt"/>
              <a:buAutoNum type="arabicPeriod"/>
            </a:pPr>
            <a:r>
              <a:rPr lang="es-CO" altLang="en-US" sz="6600" dirty="0"/>
              <a:t> </a:t>
            </a:r>
            <a:r>
              <a:rPr lang="en-US" altLang="es-ES" sz="6600" dirty="0"/>
              <a:t>Generar y estructurar un conjunto de datos sint</a:t>
            </a:r>
            <a:r>
              <a:rPr lang="en-US" altLang="en-US" sz="6600" dirty="0"/>
              <a:t>é</a:t>
            </a:r>
            <a:r>
              <a:rPr lang="en-US" altLang="es-ES" sz="6600" dirty="0"/>
              <a:t>ticos que simule los tiempos de ejecuci</a:t>
            </a:r>
            <a:r>
              <a:rPr lang="en-US" altLang="en-US" sz="6600" dirty="0"/>
              <a:t>ó</a:t>
            </a:r>
            <a:r>
              <a:rPr lang="en-US" altLang="es-ES" sz="6600" dirty="0"/>
              <a:t>n y la disponibilidad cruzada de recursos humanos y materiales, tomando como base datasets semilla de gesti</a:t>
            </a:r>
            <a:r>
              <a:rPr lang="en-US" altLang="en-US" sz="6600" dirty="0"/>
              <a:t>ó</a:t>
            </a:r>
            <a:r>
              <a:rPr lang="en-US" altLang="es-ES" sz="6600" dirty="0"/>
              <a:t>n de recursos y adapt</a:t>
            </a:r>
            <a:r>
              <a:rPr lang="en-US" altLang="en-US" sz="6600" dirty="0"/>
              <a:t>á</a:t>
            </a:r>
            <a:r>
              <a:rPr lang="en-US" altLang="es-ES" sz="6600" dirty="0"/>
              <a:t>ndose al contexto del laboratorio farmac</a:t>
            </a:r>
            <a:r>
              <a:rPr lang="en-US" altLang="en-US" sz="6600" dirty="0"/>
              <a:t>é</a:t>
            </a:r>
            <a:r>
              <a:rPr lang="en-US" altLang="es-ES" sz="6600" dirty="0"/>
              <a:t>utico.</a:t>
            </a:r>
            <a:endParaRPr lang="en-US" altLang="es-ES" sz="6600" dirty="0"/>
          </a:p>
          <a:p>
            <a:pPr marL="457200" lvl="0" indent="-457200" algn="just">
              <a:buFont typeface="+mj-lt"/>
              <a:buAutoNum type="arabicPeriod"/>
            </a:pPr>
            <a:r>
              <a:rPr lang="es-CO" altLang="en-US" sz="6600" dirty="0"/>
              <a:t> </a:t>
            </a:r>
            <a:r>
              <a:rPr lang="en-US" altLang="es-ES" sz="6600" dirty="0"/>
              <a:t>Entrenar y evaluar diferentes algoritmos de aprendizaje autom</a:t>
            </a:r>
            <a:r>
              <a:rPr lang="en-US" altLang="en-US" sz="6600" dirty="0"/>
              <a:t>á</a:t>
            </a:r>
            <a:r>
              <a:rPr lang="en-US" altLang="es-ES" sz="6600" dirty="0"/>
              <a:t>tico utilizando los datos sint</a:t>
            </a:r>
            <a:r>
              <a:rPr lang="en-US" altLang="en-US" sz="6600" dirty="0"/>
              <a:t>é</a:t>
            </a:r>
            <a:r>
              <a:rPr lang="en-US" altLang="es-ES" sz="6600" dirty="0"/>
              <a:t>ticos generados, con el fin de seleccionar el modelo predictivo m</a:t>
            </a:r>
            <a:r>
              <a:rPr lang="en-US" altLang="en-US" sz="6600" dirty="0"/>
              <a:t>á</a:t>
            </a:r>
            <a:r>
              <a:rPr lang="en-US" altLang="es-ES" sz="6600" dirty="0"/>
              <a:t>s preciso para la estimaci</a:t>
            </a:r>
            <a:r>
              <a:rPr lang="en-US" altLang="en-US" sz="6600" dirty="0"/>
              <a:t>ó</a:t>
            </a:r>
            <a:r>
              <a:rPr lang="en-US" altLang="es-ES" sz="6600" dirty="0"/>
              <a:t>n de tiempos de an</a:t>
            </a:r>
            <a:r>
              <a:rPr lang="en-US" altLang="en-US" sz="6600" dirty="0"/>
              <a:t>á</a:t>
            </a:r>
            <a:r>
              <a:rPr lang="en-US" altLang="es-ES" sz="6600" dirty="0"/>
              <a:t>lisis.</a:t>
            </a:r>
            <a:endParaRPr lang="en-US" altLang="es-ES" sz="6600" dirty="0"/>
          </a:p>
          <a:p>
            <a:pPr marL="457200" indent="-457200" algn="just">
              <a:buFont typeface="+mj-lt"/>
              <a:buAutoNum type="arabicPeriod"/>
            </a:pPr>
            <a:r>
              <a:rPr lang="es-CO" altLang="en-US" sz="6600" dirty="0"/>
              <a:t> </a:t>
            </a:r>
            <a:r>
              <a:rPr lang="en-US" altLang="es-ES" sz="6600" dirty="0"/>
              <a:t>Construir y validar el prototipo funcional que integre el modelo seleccionado, evaluando su capacidad para recomendar la asignaci</a:t>
            </a:r>
            <a:r>
              <a:rPr lang="en-US" altLang="en-US" sz="6600" dirty="0"/>
              <a:t>ó</a:t>
            </a:r>
            <a:r>
              <a:rPr lang="en-US" altLang="es-ES" sz="6600" dirty="0"/>
              <a:t>n eficiente de personal capacitado y maquinaria, reduciendo as</a:t>
            </a:r>
            <a:r>
              <a:rPr lang="en-US" altLang="en-US" sz="6600" dirty="0"/>
              <a:t>í</a:t>
            </a:r>
            <a:r>
              <a:rPr lang="en-US" altLang="es-ES" sz="6600" dirty="0"/>
              <a:t> la improductividad.</a:t>
            </a:r>
            <a:endParaRPr lang="en-US" altLang="es-ES" sz="6600" dirty="0"/>
          </a:p>
          <a:p>
            <a:pPr marL="457200" indent="-457200" algn="just">
              <a:buFont typeface="+mj-lt"/>
              <a:buAutoNum type="arabicPeriod"/>
            </a:pPr>
            <a:endParaRPr lang="es-CO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676293" y="1495724"/>
            <a:ext cx="23448577" cy="2515522"/>
          </a:xfrm>
        </p:spPr>
        <p:txBody>
          <a:bodyPr/>
          <a:lstStyle/>
          <a:p>
            <a:r>
              <a:rPr lang="es-MX" b="1" dirty="0"/>
              <a:t>Antecedentes</a:t>
            </a:r>
            <a:endParaRPr lang="es-CO" b="1" dirty="0"/>
          </a:p>
        </p:txBody>
      </p:sp>
      <p:graphicFrame>
        <p:nvGraphicFramePr>
          <p:cNvPr id="5" name="Diagrama 4"/>
          <p:cNvGraphicFramePr/>
          <p:nvPr/>
        </p:nvGraphicFramePr>
        <p:xfrm>
          <a:off x="1165225" y="4120515"/>
          <a:ext cx="26161365" cy="8734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155468" y="1597324"/>
            <a:ext cx="23448577" cy="2515522"/>
          </a:xfrm>
        </p:spPr>
        <p:txBody>
          <a:bodyPr/>
          <a:lstStyle/>
          <a:p>
            <a:r>
              <a:rPr lang="es-MX" b="1" dirty="0"/>
              <a:t>Bases teóricas</a:t>
            </a:r>
            <a:endParaRPr lang="es-CO" b="1" dirty="0"/>
          </a:p>
        </p:txBody>
      </p:sp>
      <p:graphicFrame>
        <p:nvGraphicFramePr>
          <p:cNvPr id="4" name="3 Diagrama"/>
          <p:cNvGraphicFramePr/>
          <p:nvPr/>
        </p:nvGraphicFramePr>
        <p:xfrm>
          <a:off x="9998075" y="1597025"/>
          <a:ext cx="17659985" cy="120338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676293" y="1913554"/>
            <a:ext cx="23448577" cy="2515522"/>
          </a:xfrm>
        </p:spPr>
        <p:txBody>
          <a:bodyPr/>
          <a:lstStyle/>
          <a:p>
            <a:r>
              <a:rPr lang="es-MX" b="1" dirty="0"/>
              <a:t>Bibliografía</a:t>
            </a:r>
            <a:endParaRPr lang="es-CO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676525" y="4429125"/>
            <a:ext cx="23448645" cy="8239760"/>
          </a:xfrm>
        </p:spPr>
        <p:txBody>
          <a:bodyPr>
            <a:normAutofit fontScale="60000"/>
          </a:bodyPr>
          <a:lstStyle/>
          <a:p>
            <a:pPr algn="just"/>
            <a:r>
              <a:rPr lang="en-US" altLang="es-ES"/>
              <a:t>Boyd, J. C., &amp; Savory, J. (2001). Genetic algorithm for scheduling of laboratory personnel. Clinical Chemistry, 47(1), 118–123. https://doi.org/10.1093/clinchem/47.1.118</a:t>
            </a:r>
            <a:endParaRPr lang="en-US" altLang="es-ES"/>
          </a:p>
          <a:p>
            <a:pPr algn="just"/>
            <a:r>
              <a:rPr lang="en-US" altLang="es-ES"/>
              <a:t>Dudnikov, E. E., Sidorenko, A., &amp; Khobotov, E. N. (2012). Laboratory analysis planning system for industrial enterprises. Automation and Remote Control, 73(11), 1910–1915. https://doi.org/10.1134/S0005117912110113</a:t>
            </a:r>
            <a:endParaRPr lang="en-US" altLang="es-ES"/>
          </a:p>
          <a:p>
            <a:pPr algn="just"/>
            <a:r>
              <a:rPr lang="en-US" altLang="es-ES"/>
              <a:t>Klaessens, J., Saris, T., Vandeginste, B. G. M., &amp; Kateman, G. (1988). Expert system for knowledge-based modelling of analytical laboratories as a tool for laboratory management. Journal of Chemometrics, 2(1), 49–65. https://doi.org/10.1002/cem.1180020106</a:t>
            </a:r>
            <a:endParaRPr lang="en-US" altLang="es-ES"/>
          </a:p>
          <a:p>
            <a:pPr algn="just"/>
            <a:r>
              <a:rPr lang="en-US" altLang="es-ES"/>
              <a:t>Maslaton, R. (2012). Resource Scheduling in QC Laboratories. Pharmaceutical Engineering, 32(6), 1–6.</a:t>
            </a:r>
            <a:endParaRPr lang="en-US" altLang="es-ES"/>
          </a:p>
          <a:p>
            <a:pPr algn="just"/>
            <a:r>
              <a:rPr lang="en-US" altLang="es-ES"/>
              <a:t>Sch</a:t>
            </a:r>
            <a:r>
              <a:rPr lang="en-US" altLang="en-US"/>
              <a:t>ä</a:t>
            </a:r>
            <a:r>
              <a:rPr lang="en-US" altLang="es-ES"/>
              <a:t>fer, R. (2004). Concepts for dynamic scheduling in the laboratory. Journal of the Association for Laboratory Automation, 9(6), 382–397. https://doi.org/10.1016/j.jala.2004.09.002</a:t>
            </a:r>
            <a:endParaRPr lang="en-US" altLang="es-ES"/>
          </a:p>
          <a:p>
            <a:pPr algn="just"/>
            <a:r>
              <a:rPr lang="en-US" altLang="es-ES"/>
              <a:t>Stephen, G. (2024). Next-gen pharmaceutical program management: Integrating AI, predictive analytics, and machine learning for better decision-making. International Journal of Science and Research Archive, 13(2), 4146–4158. https://doi.org/10.30574/ijsra.2024.13.2.2384</a:t>
            </a:r>
            <a:endParaRPr lang="en-US" altLang="es-ES"/>
          </a:p>
          <a:p>
            <a:pPr algn="just"/>
            <a:endParaRPr lang="en-US" altLang="es-E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antilla ciencias basicas (1)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plantilla ciencias basicas (1)</Template>
  <TotalTime>0</TotalTime>
  <Words>2859</Words>
  <Application>WPS Presentation</Application>
  <PresentationFormat>Personalizado</PresentationFormat>
  <Paragraphs>34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Arial</vt:lpstr>
      <vt:lpstr>SimSun</vt:lpstr>
      <vt:lpstr>Wingdings</vt:lpstr>
      <vt:lpstr>Microsoft YaHei</vt:lpstr>
      <vt:lpstr>Arial Unicode MS</vt:lpstr>
      <vt:lpstr>Calibri</vt:lpstr>
      <vt:lpstr>plantilla ciencias basicas (1)</vt:lpstr>
      <vt:lpstr>Modelo predictivo con datos sintéticos para la optimización de recursos en laboratorios farmacéuticos.</vt:lpstr>
      <vt:lpstr>Introducción</vt:lpstr>
      <vt:lpstr>Objetivo General</vt:lpstr>
      <vt:lpstr>Objetivos Específicos</vt:lpstr>
      <vt:lpstr>Antecedentes</vt:lpstr>
      <vt:lpstr>Bases teóricas</vt:lpstr>
      <vt:lpstr>Bibliografía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Invitados Unisimon</dc:creator>
  <cp:lastModifiedBy>nadin</cp:lastModifiedBy>
  <cp:revision>14</cp:revision>
  <dcterms:created xsi:type="dcterms:W3CDTF">2020-06-04T14:12:00Z</dcterms:created>
  <dcterms:modified xsi:type="dcterms:W3CDTF">2026-02-27T01:24:55Z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19E71DB789714BDEBB53AE422EAF95BA_13</vt:lpwstr>
  </property>
  <property fmtid="{D5CDD505-2E9C-101B-9397-08002B2CF9AE}" pid="3" name="KSOProductBuildVer">
    <vt:lpwstr>3082-12.2.0.23196</vt:lpwstr>
  </property>
</Properties>
</file>